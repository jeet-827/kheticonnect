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  <Override PartName="/ppt/metadata" ContentType="application/binary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 /><Relationship Id="rId2" Type="http://schemas.openxmlformats.org/package/2006/relationships/metadata/core-properties" Target="docProps/core.xml" /><Relationship Id="rId1" Type="http://schemas.openxmlformats.org/officeDocument/2006/relationships/officeDocument" Target="ppt/presentation.xml" 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howSpecialPlsOnTitleSld="0" strictFirstAndLastChars="0" saveSubsetFonts="1" autoCompressPictures="0">
  <p:sldMasterIdLst>
    <p:sldMasterId id="2147483648" r:id="rId1"/>
  </p:sldMasterIdLst>
  <p:notesMasterIdLst>
    <p:notesMasterId r:id="rId15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7" r:id="rId10"/>
    <p:sldId id="268" r:id="rId11"/>
    <p:sldId id="264" r:id="rId12"/>
    <p:sldId id="265" r:id="rId13"/>
    <p:sldId id="266" r:id="rId14"/>
  </p:sldIdLst>
  <p:sldSz cx="12192000" cy="6858000"/>
  <p:notesSz cx="6858000" cy="9144000"/>
  <p:defaultText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 spc="0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 spc="0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 spc="0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 spc="0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 spc="0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 spc="0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 spc="0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 spc="0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 spc="0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3840">
          <p15:clr>
            <a:srgbClr val="A4A3A4"/>
          </p15:clr>
        </p15:guide>
      </p15:sldGuideLst>
    </p:ext>
    <p:ext uri="GoogleSlidesCustomDataVersion2">
      <go:slidesCustomData xmlns="" xmlns:mc="http://schemas.openxmlformats.org/markup-compatibility/2006" xmlns:mv="urn:schemas-microsoft-com:mac:vml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xmlns:go="http://customooxmlschemas.google.com/" r:id="rId18" roundtripDataSignature="AMtx7mhxeEYP+jqeCsm8HD1zBrQdx3GkwQ==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63E95184-CAF0-46EF-B478-F579AB55FC74}">
  <a:tblStyle styleId="{63E95184-CAF0-46EF-B478-F579AB55FC74}" styleName="Table_0">
    <a:wholeTbl>
      <a:tcTxStyle b="off" i="off">
        <a:font>
          <a:latin typeface="Arial"/>
          <a:ea typeface="Arial"/>
          <a:cs typeface="Arial"/>
        </a:font>
        <a:srgbClr val="000000"/>
      </a:tcTxStyle>
      <a:tcStyle>
        <a:tcBdr>
          <a:left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left>
          <a:right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right>
          <a:top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top>
          <a:bottom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bottom>
          <a:insideH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insideH>
          <a:insideV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insideV>
        </a:tcBdr>
      </a:tcStyle>
    </a:wholeTbl>
    <a:band1H>
      <a:tcTxStyle b="off" i="off"/>
      <a:tcStyle>
        <a:tcBdr/>
      </a:tcStyle>
    </a:band1H>
    <a:band2H>
      <a:tcTxStyle b="off" i="off"/>
      <a:tcStyle>
        <a:tcBdr/>
      </a:tcStyle>
    </a:band2H>
    <a:band1V>
      <a:tcTxStyle b="off" i="off"/>
      <a:tcStyle>
        <a:tcBdr/>
      </a:tcStyle>
    </a:band1V>
    <a:band2V>
      <a:tcTxStyle b="off" i="off"/>
      <a:tcStyle>
        <a:tcBdr/>
      </a:tcStyle>
    </a:band2V>
    <a:lastCol>
      <a:tcTxStyle b="off" i="off"/>
      <a:tcStyle>
        <a:tcBdr/>
      </a:tcStyle>
    </a:lastCol>
    <a:firstCol>
      <a:tcTxStyle b="off" i="off"/>
      <a:tcStyle>
        <a:tcBdr/>
      </a:tcStyle>
    </a:firstCol>
    <a:lastRow>
      <a:tcTxStyle b="off" i="off"/>
      <a:tcStyle>
        <a:tcBdr/>
      </a:tcStyle>
    </a:lastRow>
    <a:seCell>
      <a:tcTxStyle b="off" i="off"/>
      <a:tcStyle>
        <a:tcBdr/>
      </a:tcStyle>
    </a:seCell>
    <a:swCell>
      <a:tcTxStyle b="off" i="off"/>
      <a:tcStyle>
        <a:tcBdr/>
      </a:tcStyle>
    </a:swCell>
    <a:firstRow>
      <a:tcTxStyle b="off" i="off"/>
      <a:tcStyle>
        <a:tcBdr/>
      </a:tcStyle>
    </a:firstRow>
    <a:neCell>
      <a:tcTxStyle b="off" i="off"/>
      <a:tcStyle>
        <a:tcBdr/>
      </a:tcStyle>
    </a:neCell>
    <a:nwCell>
      <a:tcTxStyle b="off" i="off"/>
      <a:tcStyle>
        <a:tcBdr/>
      </a:tcStyle>
    </a:nwCell>
  </a:tblStyle>
  <a:tblStyle styleId="{5940675A-B579-460E-94D1-54222C63F5DA}" styleName="No Style, Table Grid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tx1"/>
              </a:solidFill>
            </a:ln>
          </a:left>
          <a:right>
            <a:ln w="12700" cmpd="sng">
              <a:solidFill>
                <a:schemeClr val="tx1"/>
              </a:solidFill>
            </a:ln>
          </a:right>
          <a:top>
            <a:ln w="12700" cmpd="sng">
              <a:solidFill>
                <a:schemeClr val="tx1"/>
              </a:solidFill>
            </a:ln>
          </a:top>
          <a:bottom>
            <a:ln w="12700" cmpd="sng">
              <a:solidFill>
                <a:schemeClr val="tx1"/>
              </a:solidFill>
            </a:ln>
          </a:bottom>
          <a:insideH>
            <a:ln w="12700" cmpd="sng">
              <a:solidFill>
                <a:schemeClr val="tx1"/>
              </a:solidFill>
            </a:ln>
          </a:insideH>
          <a:insideV>
            <a:ln w="12700" cmpd="sng">
              <a:solidFill>
                <a:schemeClr val="tx1"/>
              </a:solidFill>
            </a:ln>
          </a:insideV>
        </a:tcBdr>
        <a:fill>
          <a:noFill/>
        </a:fill>
      </a:tcStyle>
    </a:wholeTb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>
      <p:cViewPr varScale="1">
        <p:scale>
          <a:sx n="78" d="100"/>
          <a:sy n="78" d="100"/>
        </p:scale>
        <p:origin x="850" y="43"/>
      </p:cViewPr>
      <p:guideLst>
        <p:guide orient="horz" pos="2160"/>
        <p:guide pos="384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 /><Relationship Id="rId13" Type="http://schemas.openxmlformats.org/officeDocument/2006/relationships/slide" Target="slides/slide12.xml" /><Relationship Id="rId18" Type="http://customschemas.google.com/relationships/presentationmetadata" Target="metadata" /><Relationship Id="rId3" Type="http://schemas.openxmlformats.org/officeDocument/2006/relationships/slide" Target="slides/slide2.xml" /><Relationship Id="rId21" Type="http://schemas.openxmlformats.org/officeDocument/2006/relationships/theme" Target="theme/theme1.xml" /><Relationship Id="rId7" Type="http://schemas.openxmlformats.org/officeDocument/2006/relationships/slide" Target="slides/slide6.xml" /><Relationship Id="rId12" Type="http://schemas.openxmlformats.org/officeDocument/2006/relationships/slide" Target="slides/slide11.xml" /><Relationship Id="rId2" Type="http://schemas.openxmlformats.org/officeDocument/2006/relationships/slide" Target="slides/slide1.xml" /><Relationship Id="rId20" Type="http://schemas.openxmlformats.org/officeDocument/2006/relationships/viewProps" Target="viewProps.xml" /><Relationship Id="rId1" Type="http://schemas.openxmlformats.org/officeDocument/2006/relationships/slideMaster" Target="slideMasters/slideMaster1.xml" /><Relationship Id="rId6" Type="http://schemas.openxmlformats.org/officeDocument/2006/relationships/slide" Target="slides/slide5.xml" /><Relationship Id="rId11" Type="http://schemas.openxmlformats.org/officeDocument/2006/relationships/slide" Target="slides/slide10.xml" /><Relationship Id="rId5" Type="http://schemas.openxmlformats.org/officeDocument/2006/relationships/slide" Target="slides/slide4.xml" /><Relationship Id="rId15" Type="http://schemas.openxmlformats.org/officeDocument/2006/relationships/notesMaster" Target="notesMasters/notesMaster1.xml" /><Relationship Id="rId10" Type="http://schemas.openxmlformats.org/officeDocument/2006/relationships/slide" Target="slides/slide9.xml" /><Relationship Id="rId19" Type="http://schemas.openxmlformats.org/officeDocument/2006/relationships/presProps" Target="presProps.xml" /><Relationship Id="rId4" Type="http://schemas.openxmlformats.org/officeDocument/2006/relationships/slide" Target="slides/slide3.xml" /><Relationship Id="rId9" Type="http://schemas.openxmlformats.org/officeDocument/2006/relationships/slide" Target="slides/slide8.xml" /><Relationship Id="rId14" Type="http://schemas.openxmlformats.org/officeDocument/2006/relationships/slide" Target="slides/slide13.xml" /><Relationship Id="rId22" Type="http://schemas.openxmlformats.org/officeDocument/2006/relationships/tableStyles" Target="tableStyles.xml" 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 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 txBox="1">
            <a:spLocks noGrp="1"/>
          </p:cNvSpPr>
          <p:nvPr>
            <p:ph type="hdr" idx="2"/>
          </p:nvPr>
        </p:nvSpPr>
        <p:spPr>
          <a:xfrm>
            <a:off x="0" y="0"/>
            <a:ext cx="2971800" cy="4587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4" name="Google Shape;4;n"/>
          <p:cNvSpPr txBox="1">
            <a:spLocks noGrp="1"/>
          </p:cNvSpPr>
          <p:nvPr>
            <p:ph type="dt" idx="10"/>
          </p:nvPr>
        </p:nvSpPr>
        <p:spPr>
          <a:xfrm>
            <a:off x="3884613" y="0"/>
            <a:ext cx="2971800" cy="4587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R="0" lvl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5" name="Google Shape;5;n"/>
          <p:cNvSpPr>
            <a:spLocks noGrp="1" noRot="1" noChangeAspect="1"/>
          </p:cNvSpPr>
          <p:nvPr>
            <p:ph type="sldImg" idx="3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6" name="Google Shape;6;n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457200" marR="0" lvl="0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914400" marR="0" lvl="1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1371600" marR="0" lvl="2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1828800" marR="0" lvl="3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2286000" marR="0" lvl="4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2743200" marR="0" lvl="5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3200400" marR="0" lvl="6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3657600" marR="0" lvl="7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4114800" marR="0" lvl="8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7" name="Google Shape;7;n"/>
          <p:cNvSpPr txBox="1">
            <a:spLocks noGrp="1"/>
          </p:cNvSpPr>
          <p:nvPr>
            <p:ph type="ftr" idx="11"/>
          </p:nvPr>
        </p:nvSpPr>
        <p:spPr>
          <a:xfrm>
            <a:off x="0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8" name="Google Shape;8;n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marR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fld id="{00000000-1234-1234-1234-123412341234}" type="slidenum">
              <a:rPr lang="en-IN"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‹#›</a:t>
            </a:fld>
            <a:endParaRPr sz="12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notes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 spc="0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 spc="0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 spc="0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 spc="0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 spc="0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 spc="0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 spc="0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 spc="0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 spc="0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 /><Relationship Id="rId1" Type="http://schemas.openxmlformats.org/officeDocument/2006/relationships/notesMaster" Target="../notesMasters/notesMaster1.xml" 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 /><Relationship Id="rId1" Type="http://schemas.openxmlformats.org/officeDocument/2006/relationships/notesMaster" Target="../notesMasters/notesMaster1.xml" 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 /><Relationship Id="rId1" Type="http://schemas.openxmlformats.org/officeDocument/2006/relationships/notesMaster" Target="../notesMasters/notesMaster1.xml" 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 /><Relationship Id="rId1" Type="http://schemas.openxmlformats.org/officeDocument/2006/relationships/notesMaster" Target="../notesMasters/notesMaster1.xml" 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 /><Relationship Id="rId1" Type="http://schemas.openxmlformats.org/officeDocument/2006/relationships/notesMaster" Target="../notesMasters/notesMaster1.xml" 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 /><Relationship Id="rId1" Type="http://schemas.openxmlformats.org/officeDocument/2006/relationships/notesMaster" Target="../notesMasters/notesMaster1.xml" 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 /><Relationship Id="rId1" Type="http://schemas.openxmlformats.org/officeDocument/2006/relationships/notesMaster" Target="../notesMasters/notesMaster1.xml" 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 /><Relationship Id="rId1" Type="http://schemas.openxmlformats.org/officeDocument/2006/relationships/notesMaster" Target="../notesMasters/notesMaster1.xml" 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 /><Relationship Id="rId1" Type="http://schemas.openxmlformats.org/officeDocument/2006/relationships/notesMaster" Target="../notesMasters/notesMaster1.xml" 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 /><Relationship Id="rId1" Type="http://schemas.openxmlformats.org/officeDocument/2006/relationships/notesMaster" Target="../notesMasters/notesMaster1.xml" 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 /><Relationship Id="rId1" Type="http://schemas.openxmlformats.org/officeDocument/2006/relationships/notesMaster" Target="../notesMasters/notesMaster1.xml" 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 /><Relationship Id="rId1" Type="http://schemas.openxmlformats.org/officeDocument/2006/relationships/notesMaster" Target="../notesMasters/notesMaster1.xml" 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 /><Relationship Id="rId1" Type="http://schemas.openxmlformats.org/officeDocument/2006/relationships/notesMaster" Target="../notesMasters/notesMaster1.xml" 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8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0" name="Google Shape;90;g3f667400058_0_3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Calibri"/>
              <a:buNone/>
            </a:pPr>
            <a:endParaRPr/>
          </a:p>
        </p:txBody>
      </p:sp>
      <p:sp>
        <p:nvSpPr>
          <p:cNvPr id="91" name="Google Shape;91;g3f667400058_0_3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9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9" name="Google Shape;99;p2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endParaRPr/>
          </a:p>
        </p:txBody>
      </p:sp>
      <p:sp>
        <p:nvSpPr>
          <p:cNvPr id="100" name="Google Shape;100;p2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0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7" name="Google Shape;107;p3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endParaRPr/>
          </a:p>
        </p:txBody>
      </p:sp>
      <p:sp>
        <p:nvSpPr>
          <p:cNvPr id="108" name="Google Shape;108;p3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6" name="Google Shape;116;p4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endParaRPr/>
          </a:p>
        </p:txBody>
      </p:sp>
      <p:sp>
        <p:nvSpPr>
          <p:cNvPr id="117" name="Google Shape;117;p4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2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5" name="Google Shape;125;p5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endParaRPr/>
          </a:p>
        </p:txBody>
      </p:sp>
      <p:sp>
        <p:nvSpPr>
          <p:cNvPr id="126" name="Google Shape;126;p5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3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4" name="Google Shape;134;p6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endParaRPr/>
          </a:p>
        </p:txBody>
      </p:sp>
      <p:sp>
        <p:nvSpPr>
          <p:cNvPr id="135" name="Google Shape;135;p6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4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3" name="Google Shape;143;p7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endParaRPr/>
          </a:p>
        </p:txBody>
      </p:sp>
      <p:sp>
        <p:nvSpPr>
          <p:cNvPr id="144" name="Google Shape;144;p7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5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2" name="Google Shape;152;p8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endParaRPr/>
          </a:p>
        </p:txBody>
      </p:sp>
      <p:sp>
        <p:nvSpPr>
          <p:cNvPr id="153" name="Google Shape;153;p8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51">
          <a:extLst>
            <a:ext uri="{FF2B5EF4-FFF2-40B4-BE49-F238E27FC236}">
              <a16:creationId xmlns:a16="http://schemas.microsoft.com/office/drawing/2014/main" id="{8F86D4B3-F5DD-0A8F-6FB9-D7FCBE3B3F7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2" name="Google Shape;152;p8:notes">
            <a:extLst>
              <a:ext uri="{FF2B5EF4-FFF2-40B4-BE49-F238E27FC236}">
                <a16:creationId xmlns:a16="http://schemas.microsoft.com/office/drawing/2014/main" id="{FE1FF72C-E46C-88DF-B6CD-3932A22AC75C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endParaRPr/>
          </a:p>
        </p:txBody>
      </p:sp>
      <p:sp>
        <p:nvSpPr>
          <p:cNvPr id="153" name="Google Shape;153;p8:notes">
            <a:extLst>
              <a:ext uri="{FF2B5EF4-FFF2-40B4-BE49-F238E27FC236}">
                <a16:creationId xmlns:a16="http://schemas.microsoft.com/office/drawing/2014/main" id="{E28DA87A-9FA4-9CFA-D673-895932B3C13C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</p:spTree>
    <p:extLst>
      <p:ext uri="{BB962C8B-B14F-4D97-AF65-F5344CB8AC3E}">
        <p14:creationId xmlns:p14="http://schemas.microsoft.com/office/powerpoint/2010/main" val="561960335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51">
          <a:extLst>
            <a:ext uri="{FF2B5EF4-FFF2-40B4-BE49-F238E27FC236}">
              <a16:creationId xmlns:a16="http://schemas.microsoft.com/office/drawing/2014/main" id="{A6A39AB9-AE02-7CAC-2D38-D2C3A2B5018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2" name="Google Shape;152;p8:notes">
            <a:extLst>
              <a:ext uri="{FF2B5EF4-FFF2-40B4-BE49-F238E27FC236}">
                <a16:creationId xmlns:a16="http://schemas.microsoft.com/office/drawing/2014/main" id="{4378346E-075A-6A3A-0E61-4CCDC917A76F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endParaRPr/>
          </a:p>
        </p:txBody>
      </p:sp>
      <p:sp>
        <p:nvSpPr>
          <p:cNvPr id="153" name="Google Shape;153;p8:notes">
            <a:extLst>
              <a:ext uri="{FF2B5EF4-FFF2-40B4-BE49-F238E27FC236}">
                <a16:creationId xmlns:a16="http://schemas.microsoft.com/office/drawing/2014/main" id="{4255ED0E-9159-E82E-C2EA-287BFF6D16E3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</p:spTree>
    <p:extLst>
      <p:ext uri="{BB962C8B-B14F-4D97-AF65-F5344CB8AC3E}">
        <p14:creationId xmlns:p14="http://schemas.microsoft.com/office/powerpoint/2010/main" val="2094078488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6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1" name="Google Shape;161;p9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endParaRPr/>
          </a:p>
        </p:txBody>
      </p:sp>
      <p:sp>
        <p:nvSpPr>
          <p:cNvPr id="162" name="Google Shape;162;p9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6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0" name="Google Shape;170;p10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endParaRPr/>
          </a:p>
        </p:txBody>
      </p:sp>
      <p:sp>
        <p:nvSpPr>
          <p:cNvPr id="171" name="Google Shape;171;p10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7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9" name="Google Shape;179;g3f99d8c5065_0_9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endParaRPr/>
          </a:p>
        </p:txBody>
      </p:sp>
      <p:sp>
        <p:nvSpPr>
          <p:cNvPr id="180" name="Google Shape;180;g3f99d8c5065_0_9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 /><Relationship Id="rId1" Type="http://schemas.openxmlformats.org/officeDocument/2006/relationships/slideMaster" Target="../slideMasters/slideMaster1.xml" /></Relationships>
</file>

<file path=ppt/slideLayouts/_rels/slideLayout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 /><Relationship Id="rId1" Type="http://schemas.openxmlformats.org/officeDocument/2006/relationships/slideMaster" Target="../slideMasters/slideMaster1.xml" 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 /></Relationships>
</file>

<file path=ppt/slideLayouts/_rels/slideLayout4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 /><Relationship Id="rId1" Type="http://schemas.openxmlformats.org/officeDocument/2006/relationships/slideMaster" Target="../slideMasters/slideMaster1.xml" /></Relationships>
</file>

<file path=ppt/slideLayouts/_rels/slideLayout5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 /><Relationship Id="rId1" Type="http://schemas.openxmlformats.org/officeDocument/2006/relationships/slideMaster" Target="../slideMasters/slideMaster1.xml" 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 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 /></Relationships>
</file>

<file path=ppt/slideLayouts/_rels/slideLayout8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 /><Relationship Id="rId1" Type="http://schemas.openxmlformats.org/officeDocument/2006/relationships/slideMaster" Target="../slideMasters/slideMaster1.xml" 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 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 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 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Slide" type="title">
  <p:cSld name="TITLE">
    <p:spTree>
      <p:nvGrpSpPr>
        <p:cNvPr id="1" name="Shape 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Google Shape;16;p12"/>
          <p:cNvSpPr txBox="1">
            <a:spLocks noGrp="1"/>
          </p:cNvSpPr>
          <p:nvPr>
            <p:ph type="ctrTitle"/>
          </p:nvPr>
        </p:nvSpPr>
        <p:spPr>
          <a:xfrm>
            <a:off x="914400" y="2130426"/>
            <a:ext cx="10363200" cy="14700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7" name="Google Shape;17;p12"/>
          <p:cNvSpPr txBox="1">
            <a:spLocks noGrp="1"/>
          </p:cNvSpPr>
          <p:nvPr>
            <p:ph type="subTitle" idx="1"/>
          </p:nvPr>
        </p:nvSpPr>
        <p:spPr>
          <a:xfrm>
            <a:off x="1828800" y="3886200"/>
            <a:ext cx="8534400" cy="1752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lvl="0" algn="ctr">
              <a:lnSpc>
                <a:spcPct val="100000"/>
              </a:lnSpc>
              <a:spcBef>
                <a:spcPts val="640"/>
              </a:spcBef>
              <a:spcAft>
                <a:spcPts val="0"/>
              </a:spcAft>
              <a:buClr>
                <a:srgbClr val="888888"/>
              </a:buClr>
              <a:buSzPts val="3200"/>
              <a:buNone/>
              <a:defRPr>
                <a:solidFill>
                  <a:srgbClr val="888888"/>
                </a:solidFill>
              </a:defRPr>
            </a:lvl1pPr>
            <a:lvl2pPr lvl="1" algn="ctr">
              <a:lnSpc>
                <a:spcPct val="100000"/>
              </a:lnSpc>
              <a:spcBef>
                <a:spcPts val="560"/>
              </a:spcBef>
              <a:spcAft>
                <a:spcPts val="0"/>
              </a:spcAft>
              <a:buClr>
                <a:srgbClr val="888888"/>
              </a:buClr>
              <a:buSzPts val="2800"/>
              <a:buNone/>
              <a:defRPr>
                <a:solidFill>
                  <a:srgbClr val="888888"/>
                </a:solidFill>
              </a:defRPr>
            </a:lvl2pPr>
            <a:lvl3pPr lvl="2" algn="ctr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Clr>
                <a:srgbClr val="888888"/>
              </a:buClr>
              <a:buSzPts val="2400"/>
              <a:buNone/>
              <a:defRPr>
                <a:solidFill>
                  <a:srgbClr val="888888"/>
                </a:solidFill>
              </a:defRPr>
            </a:lvl3pPr>
            <a:lvl4pPr lvl="3" algn="ctr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4pPr>
            <a:lvl5pPr lvl="4" algn="ctr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5pPr>
            <a:lvl6pPr lvl="5" algn="ctr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6pPr>
            <a:lvl7pPr lvl="6" algn="ctr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7pPr>
            <a:lvl8pPr lvl="7" algn="ctr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8pPr>
            <a:lvl9pPr lvl="8" algn="ctr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9pPr>
          </a:lstStyle>
          <a:p>
            <a:endParaRPr/>
          </a:p>
        </p:txBody>
      </p:sp>
      <p:sp>
        <p:nvSpPr>
          <p:cNvPr id="18" name="Google Shape;18;p12"/>
          <p:cNvSpPr txBox="1">
            <a:spLocks noGrp="1"/>
          </p:cNvSpPr>
          <p:nvPr>
            <p:ph type="dt" idx="10"/>
          </p:nvPr>
        </p:nvSpPr>
        <p:spPr>
          <a:xfrm>
            <a:off x="609600" y="6356351"/>
            <a:ext cx="284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9" name="Google Shape;19;p12"/>
          <p:cNvSpPr txBox="1">
            <a:spLocks noGrp="1"/>
          </p:cNvSpPr>
          <p:nvPr>
            <p:ph type="ftr" idx="11"/>
          </p:nvPr>
        </p:nvSpPr>
        <p:spPr>
          <a:xfrm>
            <a:off x="4165600" y="6356351"/>
            <a:ext cx="3860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0" name="Google Shape;20;p12"/>
          <p:cNvSpPr txBox="1">
            <a:spLocks noGrp="1"/>
          </p:cNvSpPr>
          <p:nvPr>
            <p:ph type="sldNum" idx="12"/>
          </p:nvPr>
        </p:nvSpPr>
        <p:spPr>
          <a:xfrm>
            <a:off x="8737600" y="6356351"/>
            <a:ext cx="284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IN"/>
              <a:t>‹#›</a:t>
            </a:fld>
            <a:endParaRPr/>
          </a:p>
        </p:txBody>
      </p:sp>
      <p:pic>
        <p:nvPicPr>
          <p:cNvPr id="21" name="Google Shape;21;p12"/>
          <p:cNvPicPr preferRelativeResize="0"/>
          <p:nvPr/>
        </p:nvPicPr>
        <p:blipFill rotWithShape="1">
          <a:blip r:embed="rId2">
            <a:alphaModFix/>
          </a:blip>
          <a:srcRect/>
          <a:stretch/>
        </p:blipFill>
        <p:spPr>
          <a:xfrm>
            <a:off x="10226037" y="0"/>
            <a:ext cx="1965963" cy="56899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Content" type="obj">
  <p:cSld name="OBJECT">
    <p:spTree>
      <p:nvGrpSpPr>
        <p:cNvPr id="1" name="Shape 2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" name="Google Shape;23;p13"/>
          <p:cNvSpPr txBox="1">
            <a:spLocks noGrp="1"/>
          </p:cNvSpPr>
          <p:nvPr>
            <p:ph type="title"/>
          </p:nvPr>
        </p:nvSpPr>
        <p:spPr>
          <a:xfrm>
            <a:off x="609600" y="274638"/>
            <a:ext cx="10972800" cy="1143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4" name="Google Shape;24;p13"/>
          <p:cNvSpPr txBox="1">
            <a:spLocks noGrp="1"/>
          </p:cNvSpPr>
          <p:nvPr>
            <p:ph type="body" idx="1"/>
          </p:nvPr>
        </p:nvSpPr>
        <p:spPr>
          <a:xfrm>
            <a:off x="609600" y="1600201"/>
            <a:ext cx="10972800" cy="45259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429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2pPr>
            <a:lvl3pPr marL="1371600" lvl="2" indent="-3429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4pPr>
            <a:lvl5pPr marL="2286000" lvl="4" indent="-3429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5pPr>
            <a:lvl6pPr marL="2743200" lvl="5" indent="-3429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25" name="Google Shape;25;p13"/>
          <p:cNvSpPr txBox="1">
            <a:spLocks noGrp="1"/>
          </p:cNvSpPr>
          <p:nvPr>
            <p:ph type="dt" idx="10"/>
          </p:nvPr>
        </p:nvSpPr>
        <p:spPr>
          <a:xfrm>
            <a:off x="609600" y="6356351"/>
            <a:ext cx="284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6" name="Google Shape;26;p13"/>
          <p:cNvSpPr txBox="1">
            <a:spLocks noGrp="1"/>
          </p:cNvSpPr>
          <p:nvPr>
            <p:ph type="ftr" idx="11"/>
          </p:nvPr>
        </p:nvSpPr>
        <p:spPr>
          <a:xfrm>
            <a:off x="4165600" y="6356351"/>
            <a:ext cx="3860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7" name="Google Shape;27;p13"/>
          <p:cNvSpPr txBox="1">
            <a:spLocks noGrp="1"/>
          </p:cNvSpPr>
          <p:nvPr>
            <p:ph type="sldNum" idx="12"/>
          </p:nvPr>
        </p:nvSpPr>
        <p:spPr>
          <a:xfrm>
            <a:off x="8737600" y="6356351"/>
            <a:ext cx="284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IN"/>
              <a:t>‹#›</a:t>
            </a:fld>
            <a:endParaRPr/>
          </a:p>
        </p:txBody>
      </p:sp>
      <p:pic>
        <p:nvPicPr>
          <p:cNvPr id="28" name="Google Shape;28;p13" title="SOU_LOGO_new-removebg (1) (9).png"/>
          <p:cNvPicPr preferRelativeResize="0"/>
          <p:nvPr/>
        </p:nvPicPr>
        <p:blipFill rotWithShape="1">
          <a:blip r:embed="rId2">
            <a:alphaModFix/>
          </a:blip>
          <a:srcRect/>
          <a:stretch/>
        </p:blipFill>
        <p:spPr>
          <a:xfrm>
            <a:off x="9815721" y="0"/>
            <a:ext cx="2376274" cy="5138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Section Header" type="secHead">
  <p:cSld name="SECTION_HEADER">
    <p:spTree>
      <p:nvGrpSpPr>
        <p:cNvPr id="1" name="Shape 2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" name="Google Shape;30;p14"/>
          <p:cNvSpPr txBox="1">
            <a:spLocks noGrp="1"/>
          </p:cNvSpPr>
          <p:nvPr>
            <p:ph type="title"/>
          </p:nvPr>
        </p:nvSpPr>
        <p:spPr>
          <a:xfrm>
            <a:off x="963084" y="4406901"/>
            <a:ext cx="10363200" cy="136207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000"/>
              <a:buFont typeface="Calibri"/>
              <a:buNone/>
              <a:defRPr sz="4000" b="1" cap="none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1" name="Google Shape;31;p14"/>
          <p:cNvSpPr txBox="1">
            <a:spLocks noGrp="1"/>
          </p:cNvSpPr>
          <p:nvPr>
            <p:ph type="body" idx="1"/>
          </p:nvPr>
        </p:nvSpPr>
        <p:spPr>
          <a:xfrm>
            <a:off x="963084" y="2906713"/>
            <a:ext cx="10363200" cy="15001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marL="457200" lvl="0" indent="-22860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 sz="2000">
                <a:solidFill>
                  <a:srgbClr val="888888"/>
                </a:solidFill>
              </a:defRPr>
            </a:lvl1pPr>
            <a:lvl2pPr marL="914400" lvl="1" indent="-2286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rgbClr val="888888"/>
              </a:buClr>
              <a:buSzPts val="1800"/>
              <a:buNone/>
              <a:defRPr sz="1800">
                <a:solidFill>
                  <a:srgbClr val="888888"/>
                </a:solidFill>
              </a:defRPr>
            </a:lvl2pPr>
            <a:lvl3pPr marL="1371600" lvl="2" indent="-2286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3pPr>
            <a:lvl4pPr marL="1828800" lvl="3" indent="-228600" algn="l">
              <a:lnSpc>
                <a:spcPct val="100000"/>
              </a:lnSpc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4pPr>
            <a:lvl5pPr marL="2286000" lvl="4" indent="-228600" algn="l">
              <a:lnSpc>
                <a:spcPct val="100000"/>
              </a:lnSpc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5pPr>
            <a:lvl6pPr marL="2743200" lvl="5" indent="-228600" algn="l">
              <a:lnSpc>
                <a:spcPct val="100000"/>
              </a:lnSpc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6pPr>
            <a:lvl7pPr marL="3200400" lvl="6" indent="-228600" algn="l">
              <a:lnSpc>
                <a:spcPct val="100000"/>
              </a:lnSpc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7pPr>
            <a:lvl8pPr marL="3657600" lvl="7" indent="-228600" algn="l">
              <a:lnSpc>
                <a:spcPct val="100000"/>
              </a:lnSpc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8pPr>
            <a:lvl9pPr marL="4114800" lvl="8" indent="-228600" algn="l">
              <a:lnSpc>
                <a:spcPct val="100000"/>
              </a:lnSpc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9pPr>
          </a:lstStyle>
          <a:p>
            <a:endParaRPr/>
          </a:p>
        </p:txBody>
      </p:sp>
      <p:sp>
        <p:nvSpPr>
          <p:cNvPr id="32" name="Google Shape;32;p14"/>
          <p:cNvSpPr txBox="1">
            <a:spLocks noGrp="1"/>
          </p:cNvSpPr>
          <p:nvPr>
            <p:ph type="dt" idx="10"/>
          </p:nvPr>
        </p:nvSpPr>
        <p:spPr>
          <a:xfrm>
            <a:off x="609600" y="6356351"/>
            <a:ext cx="284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3" name="Google Shape;33;p14"/>
          <p:cNvSpPr txBox="1">
            <a:spLocks noGrp="1"/>
          </p:cNvSpPr>
          <p:nvPr>
            <p:ph type="ftr" idx="11"/>
          </p:nvPr>
        </p:nvSpPr>
        <p:spPr>
          <a:xfrm>
            <a:off x="4165600" y="6356351"/>
            <a:ext cx="3860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4" name="Google Shape;34;p14"/>
          <p:cNvSpPr txBox="1">
            <a:spLocks noGrp="1"/>
          </p:cNvSpPr>
          <p:nvPr>
            <p:ph type="sldNum" idx="12"/>
          </p:nvPr>
        </p:nvSpPr>
        <p:spPr>
          <a:xfrm>
            <a:off x="8737600" y="6356351"/>
            <a:ext cx="284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I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wo Content" type="twoObj">
  <p:cSld name="TWO_OBJECTS">
    <p:spTree>
      <p:nvGrpSpPr>
        <p:cNvPr id="1" name="Shape 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" name="Google Shape;36;p15"/>
          <p:cNvSpPr txBox="1">
            <a:spLocks noGrp="1"/>
          </p:cNvSpPr>
          <p:nvPr>
            <p:ph type="title"/>
          </p:nvPr>
        </p:nvSpPr>
        <p:spPr>
          <a:xfrm>
            <a:off x="609600" y="274638"/>
            <a:ext cx="10972800" cy="1143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7" name="Google Shape;37;p15"/>
          <p:cNvSpPr txBox="1">
            <a:spLocks noGrp="1"/>
          </p:cNvSpPr>
          <p:nvPr>
            <p:ph type="body" idx="1"/>
          </p:nvPr>
        </p:nvSpPr>
        <p:spPr>
          <a:xfrm>
            <a:off x="609600" y="1600201"/>
            <a:ext cx="5384800" cy="45259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406400" algn="l">
              <a:lnSpc>
                <a:spcPct val="100000"/>
              </a:lnSpc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  <a:defRPr sz="2800"/>
            </a:lvl1pPr>
            <a:lvl2pPr marL="914400" lvl="1" indent="-381000" algn="l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–"/>
              <a:defRPr sz="2400"/>
            </a:lvl2pPr>
            <a:lvl3pPr marL="1371600" lvl="2" indent="-35560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3pPr>
            <a:lvl4pPr marL="1828800" lvl="3" indent="-3429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 sz="1800"/>
            </a:lvl4pPr>
            <a:lvl5pPr marL="2286000" lvl="4" indent="-3429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 sz="1800"/>
            </a:lvl5pPr>
            <a:lvl6pPr marL="2743200" lvl="5" indent="-3429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6pPr>
            <a:lvl7pPr marL="3200400" lvl="6" indent="-3429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7pPr>
            <a:lvl8pPr marL="3657600" lvl="7" indent="-3429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8pPr>
            <a:lvl9pPr marL="4114800" lvl="8" indent="-3429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9pPr>
          </a:lstStyle>
          <a:p>
            <a:endParaRPr/>
          </a:p>
        </p:txBody>
      </p:sp>
      <p:sp>
        <p:nvSpPr>
          <p:cNvPr id="38" name="Google Shape;38;p15"/>
          <p:cNvSpPr txBox="1">
            <a:spLocks noGrp="1"/>
          </p:cNvSpPr>
          <p:nvPr>
            <p:ph type="body" idx="2"/>
          </p:nvPr>
        </p:nvSpPr>
        <p:spPr>
          <a:xfrm>
            <a:off x="6197600" y="1600201"/>
            <a:ext cx="5384800" cy="45259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406400" algn="l">
              <a:lnSpc>
                <a:spcPct val="100000"/>
              </a:lnSpc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  <a:defRPr sz="2800"/>
            </a:lvl1pPr>
            <a:lvl2pPr marL="914400" lvl="1" indent="-381000" algn="l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–"/>
              <a:defRPr sz="2400"/>
            </a:lvl2pPr>
            <a:lvl3pPr marL="1371600" lvl="2" indent="-35560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3pPr>
            <a:lvl4pPr marL="1828800" lvl="3" indent="-3429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 sz="1800"/>
            </a:lvl4pPr>
            <a:lvl5pPr marL="2286000" lvl="4" indent="-3429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 sz="1800"/>
            </a:lvl5pPr>
            <a:lvl6pPr marL="2743200" lvl="5" indent="-3429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6pPr>
            <a:lvl7pPr marL="3200400" lvl="6" indent="-3429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7pPr>
            <a:lvl8pPr marL="3657600" lvl="7" indent="-3429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8pPr>
            <a:lvl9pPr marL="4114800" lvl="8" indent="-3429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9pPr>
          </a:lstStyle>
          <a:p>
            <a:endParaRPr/>
          </a:p>
        </p:txBody>
      </p:sp>
      <p:sp>
        <p:nvSpPr>
          <p:cNvPr id="39" name="Google Shape;39;p15"/>
          <p:cNvSpPr txBox="1">
            <a:spLocks noGrp="1"/>
          </p:cNvSpPr>
          <p:nvPr>
            <p:ph type="dt" idx="10"/>
          </p:nvPr>
        </p:nvSpPr>
        <p:spPr>
          <a:xfrm>
            <a:off x="609600" y="6356351"/>
            <a:ext cx="284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40" name="Google Shape;40;p15"/>
          <p:cNvSpPr txBox="1">
            <a:spLocks noGrp="1"/>
          </p:cNvSpPr>
          <p:nvPr>
            <p:ph type="ftr" idx="11"/>
          </p:nvPr>
        </p:nvSpPr>
        <p:spPr>
          <a:xfrm>
            <a:off x="4165600" y="6356351"/>
            <a:ext cx="3860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41" name="Google Shape;41;p15"/>
          <p:cNvSpPr txBox="1">
            <a:spLocks noGrp="1"/>
          </p:cNvSpPr>
          <p:nvPr>
            <p:ph type="sldNum" idx="12"/>
          </p:nvPr>
        </p:nvSpPr>
        <p:spPr>
          <a:xfrm>
            <a:off x="8737600" y="6356351"/>
            <a:ext cx="284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IN"/>
              <a:t>‹#›</a:t>
            </a:fld>
            <a:endParaRPr/>
          </a:p>
        </p:txBody>
      </p:sp>
      <p:pic>
        <p:nvPicPr>
          <p:cNvPr id="42" name="Google Shape;42;p15"/>
          <p:cNvPicPr preferRelativeResize="0"/>
          <p:nvPr/>
        </p:nvPicPr>
        <p:blipFill rotWithShape="1">
          <a:blip r:embed="rId2">
            <a:alphaModFix/>
          </a:blip>
          <a:srcRect/>
          <a:stretch/>
        </p:blipFill>
        <p:spPr>
          <a:xfrm>
            <a:off x="10091217" y="0"/>
            <a:ext cx="2066929" cy="598217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Comparison" type="twoTxTwoObj">
  <p:cSld name="TWO_OBJECTS_WITH_TEXT">
    <p:spTree>
      <p:nvGrpSpPr>
        <p:cNvPr id="1" name="Shape 4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4" name="Google Shape;44;p16"/>
          <p:cNvSpPr txBox="1">
            <a:spLocks noGrp="1"/>
          </p:cNvSpPr>
          <p:nvPr>
            <p:ph type="title"/>
          </p:nvPr>
        </p:nvSpPr>
        <p:spPr>
          <a:xfrm>
            <a:off x="609600" y="274638"/>
            <a:ext cx="10972800" cy="1143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45" name="Google Shape;45;p16"/>
          <p:cNvSpPr txBox="1">
            <a:spLocks noGrp="1"/>
          </p:cNvSpPr>
          <p:nvPr>
            <p:ph type="body" idx="1"/>
          </p:nvPr>
        </p:nvSpPr>
        <p:spPr>
          <a:xfrm>
            <a:off x="609600" y="1535113"/>
            <a:ext cx="5386917" cy="63976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marL="457200" lvl="0" indent="-228600" algn="l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sz="2400" b="1"/>
            </a:lvl1pPr>
            <a:lvl2pPr marL="914400" lvl="1" indent="-22860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sz="2000" b="1"/>
            </a:lvl2pPr>
            <a:lvl3pPr marL="1371600" lvl="2" indent="-2286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 b="1"/>
            </a:lvl3pPr>
            <a:lvl4pPr marL="1828800" lvl="3" indent="-2286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4pPr>
            <a:lvl5pPr marL="2286000" lvl="4" indent="-2286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5pPr>
            <a:lvl6pPr marL="2743200" lvl="5" indent="-2286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6pPr>
            <a:lvl7pPr marL="3200400" lvl="6" indent="-2286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7pPr>
            <a:lvl8pPr marL="3657600" lvl="7" indent="-2286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8pPr>
            <a:lvl9pPr marL="4114800" lvl="8" indent="-2286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9pPr>
          </a:lstStyle>
          <a:p>
            <a:endParaRPr/>
          </a:p>
        </p:txBody>
      </p:sp>
      <p:sp>
        <p:nvSpPr>
          <p:cNvPr id="46" name="Google Shape;46;p16"/>
          <p:cNvSpPr txBox="1">
            <a:spLocks noGrp="1"/>
          </p:cNvSpPr>
          <p:nvPr>
            <p:ph type="body" idx="2"/>
          </p:nvPr>
        </p:nvSpPr>
        <p:spPr>
          <a:xfrm>
            <a:off x="609600" y="2174875"/>
            <a:ext cx="5386917" cy="39512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81000" algn="l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1pPr>
            <a:lvl2pPr marL="914400" lvl="1" indent="-35560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–"/>
              <a:defRPr sz="2000"/>
            </a:lvl2pPr>
            <a:lvl3pPr marL="1371600" lvl="2" indent="-3429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3pPr>
            <a:lvl4pPr marL="1828800" lvl="3" indent="-3302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–"/>
              <a:defRPr sz="1600"/>
            </a:lvl4pPr>
            <a:lvl5pPr marL="2286000" lvl="4" indent="-3302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»"/>
              <a:defRPr sz="1600"/>
            </a:lvl5pPr>
            <a:lvl6pPr marL="2743200" lvl="5" indent="-3302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6pPr>
            <a:lvl7pPr marL="3200400" lvl="6" indent="-3302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7pPr>
            <a:lvl8pPr marL="3657600" lvl="7" indent="-3302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8pPr>
            <a:lvl9pPr marL="4114800" lvl="8" indent="-3302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9pPr>
          </a:lstStyle>
          <a:p>
            <a:endParaRPr/>
          </a:p>
        </p:txBody>
      </p:sp>
      <p:sp>
        <p:nvSpPr>
          <p:cNvPr id="47" name="Google Shape;47;p16"/>
          <p:cNvSpPr txBox="1">
            <a:spLocks noGrp="1"/>
          </p:cNvSpPr>
          <p:nvPr>
            <p:ph type="body" idx="3"/>
          </p:nvPr>
        </p:nvSpPr>
        <p:spPr>
          <a:xfrm>
            <a:off x="6193368" y="1535113"/>
            <a:ext cx="5389033" cy="63976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marL="457200" lvl="0" indent="-228600" algn="l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sz="2400" b="1"/>
            </a:lvl1pPr>
            <a:lvl2pPr marL="914400" lvl="1" indent="-22860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sz="2000" b="1"/>
            </a:lvl2pPr>
            <a:lvl3pPr marL="1371600" lvl="2" indent="-2286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 b="1"/>
            </a:lvl3pPr>
            <a:lvl4pPr marL="1828800" lvl="3" indent="-2286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4pPr>
            <a:lvl5pPr marL="2286000" lvl="4" indent="-2286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5pPr>
            <a:lvl6pPr marL="2743200" lvl="5" indent="-2286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6pPr>
            <a:lvl7pPr marL="3200400" lvl="6" indent="-2286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7pPr>
            <a:lvl8pPr marL="3657600" lvl="7" indent="-2286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8pPr>
            <a:lvl9pPr marL="4114800" lvl="8" indent="-2286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9pPr>
          </a:lstStyle>
          <a:p>
            <a:endParaRPr/>
          </a:p>
        </p:txBody>
      </p:sp>
      <p:sp>
        <p:nvSpPr>
          <p:cNvPr id="48" name="Google Shape;48;p16"/>
          <p:cNvSpPr txBox="1">
            <a:spLocks noGrp="1"/>
          </p:cNvSpPr>
          <p:nvPr>
            <p:ph type="body" idx="4"/>
          </p:nvPr>
        </p:nvSpPr>
        <p:spPr>
          <a:xfrm>
            <a:off x="6193368" y="2174875"/>
            <a:ext cx="5389033" cy="39512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81000" algn="l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1pPr>
            <a:lvl2pPr marL="914400" lvl="1" indent="-35560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–"/>
              <a:defRPr sz="2000"/>
            </a:lvl2pPr>
            <a:lvl3pPr marL="1371600" lvl="2" indent="-3429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3pPr>
            <a:lvl4pPr marL="1828800" lvl="3" indent="-3302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–"/>
              <a:defRPr sz="1600"/>
            </a:lvl4pPr>
            <a:lvl5pPr marL="2286000" lvl="4" indent="-3302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»"/>
              <a:defRPr sz="1600"/>
            </a:lvl5pPr>
            <a:lvl6pPr marL="2743200" lvl="5" indent="-3302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6pPr>
            <a:lvl7pPr marL="3200400" lvl="6" indent="-3302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7pPr>
            <a:lvl8pPr marL="3657600" lvl="7" indent="-3302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8pPr>
            <a:lvl9pPr marL="4114800" lvl="8" indent="-3302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9pPr>
          </a:lstStyle>
          <a:p>
            <a:endParaRPr/>
          </a:p>
        </p:txBody>
      </p:sp>
      <p:sp>
        <p:nvSpPr>
          <p:cNvPr id="49" name="Google Shape;49;p16"/>
          <p:cNvSpPr txBox="1">
            <a:spLocks noGrp="1"/>
          </p:cNvSpPr>
          <p:nvPr>
            <p:ph type="dt" idx="10"/>
          </p:nvPr>
        </p:nvSpPr>
        <p:spPr>
          <a:xfrm>
            <a:off x="609600" y="6356351"/>
            <a:ext cx="284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50" name="Google Shape;50;p16"/>
          <p:cNvSpPr txBox="1">
            <a:spLocks noGrp="1"/>
          </p:cNvSpPr>
          <p:nvPr>
            <p:ph type="ftr" idx="11"/>
          </p:nvPr>
        </p:nvSpPr>
        <p:spPr>
          <a:xfrm>
            <a:off x="4165600" y="6356351"/>
            <a:ext cx="3860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51" name="Google Shape;51;p16"/>
          <p:cNvSpPr txBox="1">
            <a:spLocks noGrp="1"/>
          </p:cNvSpPr>
          <p:nvPr>
            <p:ph type="sldNum" idx="12"/>
          </p:nvPr>
        </p:nvSpPr>
        <p:spPr>
          <a:xfrm>
            <a:off x="8737600" y="6356351"/>
            <a:ext cx="284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IN"/>
              <a:t>‹#›</a:t>
            </a:fld>
            <a:endParaRPr/>
          </a:p>
        </p:txBody>
      </p:sp>
      <p:pic>
        <p:nvPicPr>
          <p:cNvPr id="52" name="Google Shape;52;p16"/>
          <p:cNvPicPr preferRelativeResize="0"/>
          <p:nvPr/>
        </p:nvPicPr>
        <p:blipFill rotWithShape="1">
          <a:blip r:embed="rId2">
            <a:alphaModFix/>
          </a:blip>
          <a:srcRect/>
          <a:stretch/>
        </p:blipFill>
        <p:spPr>
          <a:xfrm>
            <a:off x="10022907" y="1"/>
            <a:ext cx="2137230" cy="618564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Only" type="titleOnly">
  <p:cSld name="TITLE_ONLY">
    <p:spTree>
      <p:nvGrpSpPr>
        <p:cNvPr id="1" name="Shape 5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4" name="Google Shape;54;p17"/>
          <p:cNvSpPr txBox="1">
            <a:spLocks noGrp="1"/>
          </p:cNvSpPr>
          <p:nvPr>
            <p:ph type="title"/>
          </p:nvPr>
        </p:nvSpPr>
        <p:spPr>
          <a:xfrm>
            <a:off x="609600" y="274638"/>
            <a:ext cx="10972800" cy="1143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55" name="Google Shape;55;p17"/>
          <p:cNvSpPr txBox="1">
            <a:spLocks noGrp="1"/>
          </p:cNvSpPr>
          <p:nvPr>
            <p:ph type="dt" idx="10"/>
          </p:nvPr>
        </p:nvSpPr>
        <p:spPr>
          <a:xfrm>
            <a:off x="609600" y="6356351"/>
            <a:ext cx="284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56" name="Google Shape;56;p17"/>
          <p:cNvSpPr txBox="1">
            <a:spLocks noGrp="1"/>
          </p:cNvSpPr>
          <p:nvPr>
            <p:ph type="ftr" idx="11"/>
          </p:nvPr>
        </p:nvSpPr>
        <p:spPr>
          <a:xfrm>
            <a:off x="4165600" y="6356351"/>
            <a:ext cx="3860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57" name="Google Shape;57;p17"/>
          <p:cNvSpPr txBox="1">
            <a:spLocks noGrp="1"/>
          </p:cNvSpPr>
          <p:nvPr>
            <p:ph type="sldNum" idx="12"/>
          </p:nvPr>
        </p:nvSpPr>
        <p:spPr>
          <a:xfrm>
            <a:off x="8737600" y="6356351"/>
            <a:ext cx="284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I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spTree>
      <p:nvGrpSpPr>
        <p:cNvPr id="1" name="Shape 5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9" name="Google Shape;59;p18"/>
          <p:cNvSpPr txBox="1">
            <a:spLocks noGrp="1"/>
          </p:cNvSpPr>
          <p:nvPr>
            <p:ph type="dt" idx="10"/>
          </p:nvPr>
        </p:nvSpPr>
        <p:spPr>
          <a:xfrm>
            <a:off x="609600" y="6356351"/>
            <a:ext cx="284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60" name="Google Shape;60;p18"/>
          <p:cNvSpPr txBox="1">
            <a:spLocks noGrp="1"/>
          </p:cNvSpPr>
          <p:nvPr>
            <p:ph type="ftr" idx="11"/>
          </p:nvPr>
        </p:nvSpPr>
        <p:spPr>
          <a:xfrm>
            <a:off x="4165600" y="6356351"/>
            <a:ext cx="3860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61" name="Google Shape;61;p18"/>
          <p:cNvSpPr txBox="1">
            <a:spLocks noGrp="1"/>
          </p:cNvSpPr>
          <p:nvPr>
            <p:ph type="sldNum" idx="12"/>
          </p:nvPr>
        </p:nvSpPr>
        <p:spPr>
          <a:xfrm>
            <a:off x="8737600" y="6356351"/>
            <a:ext cx="284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I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Content with Caption" type="objTx">
  <p:cSld name="OBJECT_WITH_CAPTION_TEXT">
    <p:spTree>
      <p:nvGrpSpPr>
        <p:cNvPr id="1" name="Shape 6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3" name="Google Shape;63;p19"/>
          <p:cNvSpPr txBox="1">
            <a:spLocks noGrp="1"/>
          </p:cNvSpPr>
          <p:nvPr>
            <p:ph type="title"/>
          </p:nvPr>
        </p:nvSpPr>
        <p:spPr>
          <a:xfrm>
            <a:off x="609601" y="273050"/>
            <a:ext cx="4011084" cy="11620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Calibri"/>
              <a:buNone/>
              <a:defRPr sz="2000" b="1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64" name="Google Shape;64;p19"/>
          <p:cNvSpPr txBox="1">
            <a:spLocks noGrp="1"/>
          </p:cNvSpPr>
          <p:nvPr>
            <p:ph type="body" idx="1"/>
          </p:nvPr>
        </p:nvSpPr>
        <p:spPr>
          <a:xfrm>
            <a:off x="4766733" y="273051"/>
            <a:ext cx="6815667" cy="585311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431800" algn="l">
              <a:lnSpc>
                <a:spcPct val="100000"/>
              </a:lnSpc>
              <a:spcBef>
                <a:spcPts val="640"/>
              </a:spcBef>
              <a:spcAft>
                <a:spcPts val="0"/>
              </a:spcAft>
              <a:buClr>
                <a:schemeClr val="dk1"/>
              </a:buClr>
              <a:buSzPts val="3200"/>
              <a:buChar char="•"/>
              <a:defRPr sz="3200"/>
            </a:lvl1pPr>
            <a:lvl2pPr marL="914400" lvl="1" indent="-406400" algn="l">
              <a:lnSpc>
                <a:spcPct val="100000"/>
              </a:lnSpc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Char char="–"/>
              <a:defRPr sz="2800"/>
            </a:lvl2pPr>
            <a:lvl3pPr marL="1371600" lvl="2" indent="-381000" algn="l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3pPr>
            <a:lvl4pPr marL="1828800" lvl="3" indent="-35560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–"/>
              <a:defRPr sz="2000"/>
            </a:lvl4pPr>
            <a:lvl5pPr marL="2286000" lvl="4" indent="-35560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»"/>
              <a:defRPr sz="2000"/>
            </a:lvl5pPr>
            <a:lvl6pPr marL="2743200" lvl="5" indent="-35560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6pPr>
            <a:lvl7pPr marL="3200400" lvl="6" indent="-35560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7pPr>
            <a:lvl8pPr marL="3657600" lvl="7" indent="-35560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8pPr>
            <a:lvl9pPr marL="4114800" lvl="8" indent="-35560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9pPr>
          </a:lstStyle>
          <a:p>
            <a:endParaRPr/>
          </a:p>
        </p:txBody>
      </p:sp>
      <p:sp>
        <p:nvSpPr>
          <p:cNvPr id="65" name="Google Shape;65;p19"/>
          <p:cNvSpPr txBox="1">
            <a:spLocks noGrp="1"/>
          </p:cNvSpPr>
          <p:nvPr>
            <p:ph type="body" idx="2"/>
          </p:nvPr>
        </p:nvSpPr>
        <p:spPr>
          <a:xfrm>
            <a:off x="609601" y="1435101"/>
            <a:ext cx="4011084" cy="46910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228600" algn="l">
              <a:lnSpc>
                <a:spcPct val="100000"/>
              </a:lnSpc>
              <a:spcBef>
                <a:spcPts val="28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/>
            </a:lvl1pPr>
            <a:lvl2pPr marL="914400" lvl="1" indent="-228600" algn="l">
              <a:lnSpc>
                <a:spcPct val="100000"/>
              </a:lnSpc>
              <a:spcBef>
                <a:spcPts val="24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2pPr>
            <a:lvl3pPr marL="1371600" lvl="2" indent="-228600" algn="l">
              <a:lnSpc>
                <a:spcPct val="100000"/>
              </a:lnSpc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3pPr>
            <a:lvl4pPr marL="1828800" lvl="3" indent="-228600" algn="l">
              <a:lnSpc>
                <a:spcPct val="100000"/>
              </a:lnSpc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4pPr>
            <a:lvl5pPr marL="2286000" lvl="4" indent="-228600" algn="l">
              <a:lnSpc>
                <a:spcPct val="100000"/>
              </a:lnSpc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5pPr>
            <a:lvl6pPr marL="2743200" lvl="5" indent="-228600" algn="l">
              <a:lnSpc>
                <a:spcPct val="100000"/>
              </a:lnSpc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6pPr>
            <a:lvl7pPr marL="3200400" lvl="6" indent="-228600" algn="l">
              <a:lnSpc>
                <a:spcPct val="100000"/>
              </a:lnSpc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7pPr>
            <a:lvl8pPr marL="3657600" lvl="7" indent="-228600" algn="l">
              <a:lnSpc>
                <a:spcPct val="100000"/>
              </a:lnSpc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8pPr>
            <a:lvl9pPr marL="4114800" lvl="8" indent="-228600" algn="l">
              <a:lnSpc>
                <a:spcPct val="100000"/>
              </a:lnSpc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9pPr>
          </a:lstStyle>
          <a:p>
            <a:endParaRPr/>
          </a:p>
        </p:txBody>
      </p:sp>
      <p:sp>
        <p:nvSpPr>
          <p:cNvPr id="66" name="Google Shape;66;p19"/>
          <p:cNvSpPr txBox="1">
            <a:spLocks noGrp="1"/>
          </p:cNvSpPr>
          <p:nvPr>
            <p:ph type="dt" idx="10"/>
          </p:nvPr>
        </p:nvSpPr>
        <p:spPr>
          <a:xfrm>
            <a:off x="609600" y="6356351"/>
            <a:ext cx="284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67" name="Google Shape;67;p19"/>
          <p:cNvSpPr txBox="1">
            <a:spLocks noGrp="1"/>
          </p:cNvSpPr>
          <p:nvPr>
            <p:ph type="ftr" idx="11"/>
          </p:nvPr>
        </p:nvSpPr>
        <p:spPr>
          <a:xfrm>
            <a:off x="4165600" y="6356351"/>
            <a:ext cx="3860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68" name="Google Shape;68;p19"/>
          <p:cNvSpPr txBox="1">
            <a:spLocks noGrp="1"/>
          </p:cNvSpPr>
          <p:nvPr>
            <p:ph type="sldNum" idx="12"/>
          </p:nvPr>
        </p:nvSpPr>
        <p:spPr>
          <a:xfrm>
            <a:off x="8737600" y="6356351"/>
            <a:ext cx="284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IN"/>
              <a:t>‹#›</a:t>
            </a:fld>
            <a:endParaRPr/>
          </a:p>
        </p:txBody>
      </p:sp>
      <p:pic>
        <p:nvPicPr>
          <p:cNvPr id="69" name="Google Shape;69;p19"/>
          <p:cNvPicPr preferRelativeResize="0"/>
          <p:nvPr/>
        </p:nvPicPr>
        <p:blipFill rotWithShape="1">
          <a:blip r:embed="rId2">
            <a:alphaModFix/>
          </a:blip>
          <a:srcRect/>
          <a:stretch/>
        </p:blipFill>
        <p:spPr>
          <a:xfrm>
            <a:off x="10020764" y="0"/>
            <a:ext cx="2139373" cy="619184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Picture with Caption" type="picTx">
  <p:cSld name="PICTURE_WITH_CAPTION_TEXT">
    <p:spTree>
      <p:nvGrpSpPr>
        <p:cNvPr id="1" name="Shape 7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1" name="Google Shape;71;p20"/>
          <p:cNvSpPr txBox="1">
            <a:spLocks noGrp="1"/>
          </p:cNvSpPr>
          <p:nvPr>
            <p:ph type="title"/>
          </p:nvPr>
        </p:nvSpPr>
        <p:spPr>
          <a:xfrm>
            <a:off x="2389717" y="4800600"/>
            <a:ext cx="7315200" cy="56673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Calibri"/>
              <a:buNone/>
              <a:defRPr sz="2000" b="1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2" name="Google Shape;72;p20"/>
          <p:cNvSpPr>
            <a:spLocks noGrp="1"/>
          </p:cNvSpPr>
          <p:nvPr>
            <p:ph type="pic" idx="2"/>
          </p:nvPr>
        </p:nvSpPr>
        <p:spPr>
          <a:xfrm>
            <a:off x="2389717" y="612775"/>
            <a:ext cx="7315200" cy="4114800"/>
          </a:xfrm>
          <a:prstGeom prst="rect">
            <a:avLst/>
          </a:prstGeom>
          <a:noFill/>
          <a:ln>
            <a:noFill/>
          </a:ln>
        </p:spPr>
      </p:sp>
      <p:sp>
        <p:nvSpPr>
          <p:cNvPr id="73" name="Google Shape;73;p20"/>
          <p:cNvSpPr txBox="1">
            <a:spLocks noGrp="1"/>
          </p:cNvSpPr>
          <p:nvPr>
            <p:ph type="body" idx="1"/>
          </p:nvPr>
        </p:nvSpPr>
        <p:spPr>
          <a:xfrm>
            <a:off x="2389717" y="5367338"/>
            <a:ext cx="7315200" cy="80486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228600" algn="l">
              <a:lnSpc>
                <a:spcPct val="100000"/>
              </a:lnSpc>
              <a:spcBef>
                <a:spcPts val="28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/>
            </a:lvl1pPr>
            <a:lvl2pPr marL="914400" lvl="1" indent="-228600" algn="l">
              <a:lnSpc>
                <a:spcPct val="100000"/>
              </a:lnSpc>
              <a:spcBef>
                <a:spcPts val="24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2pPr>
            <a:lvl3pPr marL="1371600" lvl="2" indent="-228600" algn="l">
              <a:lnSpc>
                <a:spcPct val="100000"/>
              </a:lnSpc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3pPr>
            <a:lvl4pPr marL="1828800" lvl="3" indent="-228600" algn="l">
              <a:lnSpc>
                <a:spcPct val="100000"/>
              </a:lnSpc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4pPr>
            <a:lvl5pPr marL="2286000" lvl="4" indent="-228600" algn="l">
              <a:lnSpc>
                <a:spcPct val="100000"/>
              </a:lnSpc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5pPr>
            <a:lvl6pPr marL="2743200" lvl="5" indent="-228600" algn="l">
              <a:lnSpc>
                <a:spcPct val="100000"/>
              </a:lnSpc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6pPr>
            <a:lvl7pPr marL="3200400" lvl="6" indent="-228600" algn="l">
              <a:lnSpc>
                <a:spcPct val="100000"/>
              </a:lnSpc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7pPr>
            <a:lvl8pPr marL="3657600" lvl="7" indent="-228600" algn="l">
              <a:lnSpc>
                <a:spcPct val="100000"/>
              </a:lnSpc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8pPr>
            <a:lvl9pPr marL="4114800" lvl="8" indent="-228600" algn="l">
              <a:lnSpc>
                <a:spcPct val="100000"/>
              </a:lnSpc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9pPr>
          </a:lstStyle>
          <a:p>
            <a:endParaRPr/>
          </a:p>
        </p:txBody>
      </p:sp>
      <p:sp>
        <p:nvSpPr>
          <p:cNvPr id="74" name="Google Shape;74;p20"/>
          <p:cNvSpPr txBox="1">
            <a:spLocks noGrp="1"/>
          </p:cNvSpPr>
          <p:nvPr>
            <p:ph type="dt" idx="10"/>
          </p:nvPr>
        </p:nvSpPr>
        <p:spPr>
          <a:xfrm>
            <a:off x="609600" y="6356351"/>
            <a:ext cx="284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5" name="Google Shape;75;p20"/>
          <p:cNvSpPr txBox="1">
            <a:spLocks noGrp="1"/>
          </p:cNvSpPr>
          <p:nvPr>
            <p:ph type="ftr" idx="11"/>
          </p:nvPr>
        </p:nvSpPr>
        <p:spPr>
          <a:xfrm>
            <a:off x="4165600" y="6356351"/>
            <a:ext cx="3860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6" name="Google Shape;76;p20"/>
          <p:cNvSpPr txBox="1">
            <a:spLocks noGrp="1"/>
          </p:cNvSpPr>
          <p:nvPr>
            <p:ph type="sldNum" idx="12"/>
          </p:nvPr>
        </p:nvSpPr>
        <p:spPr>
          <a:xfrm>
            <a:off x="8737600" y="6356351"/>
            <a:ext cx="284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I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Vertical Text" type="vertTx">
  <p:cSld name="VERTICAL_TEXT">
    <p:spTree>
      <p:nvGrpSpPr>
        <p:cNvPr id="1" name="Shape 7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8" name="Google Shape;78;p21"/>
          <p:cNvSpPr txBox="1">
            <a:spLocks noGrp="1"/>
          </p:cNvSpPr>
          <p:nvPr>
            <p:ph type="title"/>
          </p:nvPr>
        </p:nvSpPr>
        <p:spPr>
          <a:xfrm>
            <a:off x="609600" y="274638"/>
            <a:ext cx="10972800" cy="1143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9" name="Google Shape;79;p21"/>
          <p:cNvSpPr txBox="1">
            <a:spLocks noGrp="1"/>
          </p:cNvSpPr>
          <p:nvPr>
            <p:ph type="body" idx="1"/>
          </p:nvPr>
        </p:nvSpPr>
        <p:spPr>
          <a:xfrm rot="5400000">
            <a:off x="3833019" y="-1623218"/>
            <a:ext cx="4525963" cy="10972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429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2pPr>
            <a:lvl3pPr marL="1371600" lvl="2" indent="-3429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4pPr>
            <a:lvl5pPr marL="2286000" lvl="4" indent="-3429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5pPr>
            <a:lvl6pPr marL="2743200" lvl="5" indent="-3429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80" name="Google Shape;80;p21"/>
          <p:cNvSpPr txBox="1">
            <a:spLocks noGrp="1"/>
          </p:cNvSpPr>
          <p:nvPr>
            <p:ph type="dt" idx="10"/>
          </p:nvPr>
        </p:nvSpPr>
        <p:spPr>
          <a:xfrm>
            <a:off x="609600" y="6356351"/>
            <a:ext cx="284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81" name="Google Shape;81;p21"/>
          <p:cNvSpPr txBox="1">
            <a:spLocks noGrp="1"/>
          </p:cNvSpPr>
          <p:nvPr>
            <p:ph type="ftr" idx="11"/>
          </p:nvPr>
        </p:nvSpPr>
        <p:spPr>
          <a:xfrm>
            <a:off x="4165600" y="6356351"/>
            <a:ext cx="3860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82" name="Google Shape;82;p21"/>
          <p:cNvSpPr txBox="1">
            <a:spLocks noGrp="1"/>
          </p:cNvSpPr>
          <p:nvPr>
            <p:ph type="sldNum" idx="12"/>
          </p:nvPr>
        </p:nvSpPr>
        <p:spPr>
          <a:xfrm>
            <a:off x="8737600" y="6356351"/>
            <a:ext cx="284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I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Vertical Title and Text" type="vertTitleAndTx">
  <p:cSld name="VERTICAL_TITLE_AND_VERTICAL_TEXT">
    <p:spTree>
      <p:nvGrpSpPr>
        <p:cNvPr id="1" name="Shape 8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4" name="Google Shape;84;p22"/>
          <p:cNvSpPr txBox="1">
            <a:spLocks noGrp="1"/>
          </p:cNvSpPr>
          <p:nvPr>
            <p:ph type="title"/>
          </p:nvPr>
        </p:nvSpPr>
        <p:spPr>
          <a:xfrm rot="5400000">
            <a:off x="7285038" y="1828802"/>
            <a:ext cx="5851525" cy="2743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85" name="Google Shape;85;p22"/>
          <p:cNvSpPr txBox="1">
            <a:spLocks noGrp="1"/>
          </p:cNvSpPr>
          <p:nvPr>
            <p:ph type="body" idx="1"/>
          </p:nvPr>
        </p:nvSpPr>
        <p:spPr>
          <a:xfrm rot="5400000">
            <a:off x="1697038" y="-812799"/>
            <a:ext cx="5851525" cy="8026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429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2pPr>
            <a:lvl3pPr marL="1371600" lvl="2" indent="-3429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4pPr>
            <a:lvl5pPr marL="2286000" lvl="4" indent="-3429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5pPr>
            <a:lvl6pPr marL="2743200" lvl="5" indent="-3429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86" name="Google Shape;86;p22"/>
          <p:cNvSpPr txBox="1">
            <a:spLocks noGrp="1"/>
          </p:cNvSpPr>
          <p:nvPr>
            <p:ph type="dt" idx="10"/>
          </p:nvPr>
        </p:nvSpPr>
        <p:spPr>
          <a:xfrm>
            <a:off x="609600" y="6356351"/>
            <a:ext cx="284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87" name="Google Shape;87;p22"/>
          <p:cNvSpPr txBox="1">
            <a:spLocks noGrp="1"/>
          </p:cNvSpPr>
          <p:nvPr>
            <p:ph type="ftr" idx="11"/>
          </p:nvPr>
        </p:nvSpPr>
        <p:spPr>
          <a:xfrm>
            <a:off x="4165600" y="6356351"/>
            <a:ext cx="3860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88" name="Google Shape;88;p22"/>
          <p:cNvSpPr txBox="1">
            <a:spLocks noGrp="1"/>
          </p:cNvSpPr>
          <p:nvPr>
            <p:ph type="sldNum" idx="12"/>
          </p:nvPr>
        </p:nvSpPr>
        <p:spPr>
          <a:xfrm>
            <a:off x="8737600" y="6356351"/>
            <a:ext cx="284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IN"/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 /><Relationship Id="rId3" Type="http://schemas.openxmlformats.org/officeDocument/2006/relationships/slideLayout" Target="../slideLayouts/slideLayout3.xml" /><Relationship Id="rId7" Type="http://schemas.openxmlformats.org/officeDocument/2006/relationships/slideLayout" Target="../slideLayouts/slideLayout7.xml" /><Relationship Id="rId12" Type="http://schemas.openxmlformats.org/officeDocument/2006/relationships/theme" Target="../theme/theme1.xml" /><Relationship Id="rId2" Type="http://schemas.openxmlformats.org/officeDocument/2006/relationships/slideLayout" Target="../slideLayouts/slideLayout2.xml" /><Relationship Id="rId1" Type="http://schemas.openxmlformats.org/officeDocument/2006/relationships/slideLayout" Target="../slideLayouts/slideLayout1.xml" /><Relationship Id="rId6" Type="http://schemas.openxmlformats.org/officeDocument/2006/relationships/slideLayout" Target="../slideLayouts/slideLayout6.xml" /><Relationship Id="rId11" Type="http://schemas.openxmlformats.org/officeDocument/2006/relationships/slideLayout" Target="../slideLayouts/slideLayout11.xml" /><Relationship Id="rId5" Type="http://schemas.openxmlformats.org/officeDocument/2006/relationships/slideLayout" Target="../slideLayouts/slideLayout5.xml" /><Relationship Id="rId10" Type="http://schemas.openxmlformats.org/officeDocument/2006/relationships/slideLayout" Target="../slideLayouts/slideLayout10.xml" /><Relationship Id="rId4" Type="http://schemas.openxmlformats.org/officeDocument/2006/relationships/slideLayout" Target="../slideLayouts/slideLayout4.xml" /><Relationship Id="rId9" Type="http://schemas.openxmlformats.org/officeDocument/2006/relationships/slideLayout" Target="../slideLayouts/slideLayout9.xml" 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Google Shape;10;p11"/>
          <p:cNvSpPr txBox="1">
            <a:spLocks noGrp="1"/>
          </p:cNvSpPr>
          <p:nvPr>
            <p:ph type="title"/>
          </p:nvPr>
        </p:nvSpPr>
        <p:spPr>
          <a:xfrm>
            <a:off x="609600" y="274638"/>
            <a:ext cx="10972800" cy="1143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marR="0" lvl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  <a:defRPr sz="4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sp>
        <p:nvSpPr>
          <p:cNvPr id="11" name="Google Shape;11;p11"/>
          <p:cNvSpPr txBox="1">
            <a:spLocks noGrp="1"/>
          </p:cNvSpPr>
          <p:nvPr>
            <p:ph type="body" idx="1"/>
          </p:nvPr>
        </p:nvSpPr>
        <p:spPr>
          <a:xfrm>
            <a:off x="609600" y="1600201"/>
            <a:ext cx="10972800" cy="45259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marR="0" lvl="0" indent="-431800" algn="l" rtl="0">
              <a:lnSpc>
                <a:spcPct val="100000"/>
              </a:lnSpc>
              <a:spcBef>
                <a:spcPts val="64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Arial"/>
              <a:buChar char="•"/>
              <a:defRPr sz="3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914400" marR="0" lvl="1" indent="-406400" algn="l" rtl="0">
              <a:lnSpc>
                <a:spcPct val="100000"/>
              </a:lnSpc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Char char="–"/>
              <a:defRPr sz="2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1371600" marR="0" lvl="2" indent="-381000" algn="l" rtl="0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Char char="•"/>
              <a:defRPr sz="2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1828800" marR="0" lvl="3" indent="-355600" algn="l" rtl="0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–"/>
              <a:defRPr sz="2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2286000" marR="0" lvl="4" indent="-355600" algn="l" rtl="0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»"/>
              <a:defRPr sz="2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2743200" marR="0" lvl="5" indent="-355600" algn="l" rtl="0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sz="2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3200400" marR="0" lvl="6" indent="-355600" algn="l" rtl="0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sz="2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3657600" marR="0" lvl="7" indent="-355600" algn="l" rtl="0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sz="2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4114800" marR="0" lvl="8" indent="-355600" algn="l" rtl="0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sz="2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12" name="Google Shape;12;p11"/>
          <p:cNvSpPr txBox="1">
            <a:spLocks noGrp="1"/>
          </p:cNvSpPr>
          <p:nvPr>
            <p:ph type="dt" idx="10"/>
          </p:nvPr>
        </p:nvSpPr>
        <p:spPr>
          <a:xfrm>
            <a:off x="609600" y="6356351"/>
            <a:ext cx="284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13" name="Google Shape;13;p11"/>
          <p:cNvSpPr txBox="1">
            <a:spLocks noGrp="1"/>
          </p:cNvSpPr>
          <p:nvPr>
            <p:ph type="ftr" idx="11"/>
          </p:nvPr>
        </p:nvSpPr>
        <p:spPr>
          <a:xfrm>
            <a:off x="4165600" y="6356351"/>
            <a:ext cx="3860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R="0" lvl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14" name="Google Shape;14;p11"/>
          <p:cNvSpPr txBox="1">
            <a:spLocks noGrp="1"/>
          </p:cNvSpPr>
          <p:nvPr>
            <p:ph type="sldNum" idx="12"/>
          </p:nvPr>
        </p:nvSpPr>
        <p:spPr>
          <a:xfrm>
            <a:off x="8737600" y="6356351"/>
            <a:ext cx="284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marR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0" marR="0" lvl="1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0" marR="0" lvl="2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0" marR="0" lvl="3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0" marR="0" lvl="4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0" marR="0" lvl="5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0" marR="0" lvl="6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0" marR="0" lvl="7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0" marR="0" lvl="8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IN"/>
              <a:t>‹#›</a:t>
            </a:fld>
            <a:endParaRPr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hf hdr="0" ftr="0" dt="0"/>
  <p:txStyles>
    <p:title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 /><Relationship Id="rId2" Type="http://schemas.openxmlformats.org/officeDocument/2006/relationships/notesSlide" Target="../notesSlides/notesSlide1.xml" /><Relationship Id="rId1" Type="http://schemas.openxmlformats.org/officeDocument/2006/relationships/slideLayout" Target="../slideLayouts/slideLayout1.xml" /><Relationship Id="rId4" Type="http://schemas.openxmlformats.org/officeDocument/2006/relationships/image" Target="../media/image2.png" 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 /><Relationship Id="rId1" Type="http://schemas.openxmlformats.org/officeDocument/2006/relationships/slideLayout" Target="../slideLayouts/slideLayout2.xml" 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jpeg" /><Relationship Id="rId2" Type="http://schemas.openxmlformats.org/officeDocument/2006/relationships/notesSlide" Target="../notesSlides/notesSlide3.xml" /><Relationship Id="rId1" Type="http://schemas.openxmlformats.org/officeDocument/2006/relationships/slideLayout" Target="../slideLayouts/slideLayout2.xml" 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 /><Relationship Id="rId1" Type="http://schemas.openxmlformats.org/officeDocument/2006/relationships/slideLayout" Target="../slideLayouts/slideLayout2.xml" 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jpeg" /><Relationship Id="rId2" Type="http://schemas.openxmlformats.org/officeDocument/2006/relationships/notesSlide" Target="../notesSlides/notesSlide5.xml" /><Relationship Id="rId1" Type="http://schemas.openxmlformats.org/officeDocument/2006/relationships/slideLayout" Target="../slideLayouts/slideLayout2.xml" 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jpeg" /><Relationship Id="rId2" Type="http://schemas.openxmlformats.org/officeDocument/2006/relationships/notesSlide" Target="../notesSlides/notesSlide6.xml" /><Relationship Id="rId1" Type="http://schemas.openxmlformats.org/officeDocument/2006/relationships/slideLayout" Target="../slideLayouts/slideLayout2.xml" 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 /><Relationship Id="rId1" Type="http://schemas.openxmlformats.org/officeDocument/2006/relationships/slideLayout" Target="../slideLayouts/slideLayout2.xml" 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 /><Relationship Id="rId2" Type="http://schemas.openxmlformats.org/officeDocument/2006/relationships/notesSlide" Target="../notesSlides/notesSlide8.xml" /><Relationship Id="rId1" Type="http://schemas.openxmlformats.org/officeDocument/2006/relationships/slideLayout" Target="../slideLayouts/slideLayout2.xml" 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 /><Relationship Id="rId2" Type="http://schemas.openxmlformats.org/officeDocument/2006/relationships/notesSlide" Target="../notesSlides/notesSlide9.xml" /><Relationship Id="rId1" Type="http://schemas.openxmlformats.org/officeDocument/2006/relationships/slideLayout" Target="../slideLayouts/slideLayout2.xml" 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png" /><Relationship Id="rId2" Type="http://schemas.openxmlformats.org/officeDocument/2006/relationships/notesSlide" Target="../notesSlides/notesSlide10.xml" /><Relationship Id="rId1" Type="http://schemas.openxmlformats.org/officeDocument/2006/relationships/slideLayout" Target="../slideLayouts/slideLayout2.xml" 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1.xml" /><Relationship Id="rId1" Type="http://schemas.openxmlformats.org/officeDocument/2006/relationships/slideLayout" Target="../slideLayouts/slideLayout2.xml" 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png" /><Relationship Id="rId2" Type="http://schemas.openxmlformats.org/officeDocument/2006/relationships/notesSlide" Target="../notesSlides/notesSlide12.xml" /><Relationship Id="rId1" Type="http://schemas.openxmlformats.org/officeDocument/2006/relationships/slideLayout" Target="../slideLayouts/slideLayout2.xml" 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hyperlink" Target="http://www.miraitu.in/" TargetMode="External" /><Relationship Id="rId2" Type="http://schemas.openxmlformats.org/officeDocument/2006/relationships/notesSlide" Target="../notesSlides/notesSlide13.xml" /><Relationship Id="rId1" Type="http://schemas.openxmlformats.org/officeDocument/2006/relationships/slideLayout" Target="../slideLayouts/slideLayout2.xml" /><Relationship Id="rId6" Type="http://schemas.openxmlformats.org/officeDocument/2006/relationships/hyperlink" Target="https://www.india.gov.in/category/agriculture-rural-environment/subcategory/research-marketing/details/farmers-portal?utm_source=chatgpt.com" TargetMode="External" /><Relationship Id="rId5" Type="http://schemas.openxmlformats.org/officeDocument/2006/relationships/hyperlink" Target="https://enam.gov.in/web/?utm_source=chatgpt.com" TargetMode="External" /><Relationship Id="rId4" Type="http://schemas.openxmlformats.org/officeDocument/2006/relationships/hyperlink" Target="https://kisanmandi.in/?utm_source=chatgpt.com" TargetMode="External" 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9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3" name="Google Shape;93;g3f667400058_0_3"/>
          <p:cNvPicPr preferRelativeResize="0"/>
          <p:nvPr/>
        </p:nvPicPr>
        <p:blipFill rotWithShape="1">
          <a:blip r:embed="rId3">
            <a:alphaModFix/>
          </a:blip>
          <a:srcRect r="2610"/>
          <a:stretch/>
        </p:blipFill>
        <p:spPr>
          <a:xfrm>
            <a:off x="-6199" y="-1"/>
            <a:ext cx="12192001" cy="5739325"/>
          </a:xfrm>
          <a:prstGeom prst="rect">
            <a:avLst/>
          </a:prstGeom>
          <a:noFill/>
          <a:ln>
            <a:noFill/>
          </a:ln>
        </p:spPr>
      </p:pic>
      <p:sp>
        <p:nvSpPr>
          <p:cNvPr id="94" name="Google Shape;94;g3f667400058_0_3"/>
          <p:cNvSpPr/>
          <p:nvPr/>
        </p:nvSpPr>
        <p:spPr>
          <a:xfrm>
            <a:off x="-18600" y="3727979"/>
            <a:ext cx="12204300" cy="3130097"/>
          </a:xfrm>
          <a:prstGeom prst="rect">
            <a:avLst/>
          </a:prstGeom>
          <a:solidFill>
            <a:srgbClr val="953734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Font typeface="Times New Roman"/>
              <a:buNone/>
            </a:pPr>
            <a:endParaRPr sz="3600" b="1" i="0" u="none" strike="noStrike" cap="none">
              <a:solidFill>
                <a:schemeClr val="lt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95" name="Google Shape;95;g3f667400058_0_3"/>
          <p:cNvSpPr txBox="1"/>
          <p:nvPr/>
        </p:nvSpPr>
        <p:spPr>
          <a:xfrm>
            <a:off x="1041573" y="1050353"/>
            <a:ext cx="10580400" cy="267762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700"/>
              <a:buFont typeface="Arial"/>
              <a:buNone/>
            </a:pPr>
            <a:r>
              <a:rPr lang="en-US" sz="5400" b="1" i="0" u="none" strike="noStrike" cap="none" dirty="0">
                <a:solidFill>
                  <a:srgbClr val="632423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Project Based Learning-1</a:t>
            </a:r>
            <a:endParaRPr sz="5400" b="1" i="0" u="none" strike="noStrike" cap="none" dirty="0">
              <a:solidFill>
                <a:srgbClr val="632423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lvl="0" algn="ctr">
              <a:buSzPts val="3700"/>
            </a:pPr>
            <a:r>
              <a:rPr lang="en-IN" sz="5400" b="1" dirty="0">
                <a:solidFill>
                  <a:srgbClr val="632423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2010003391</a:t>
            </a:r>
          </a:p>
          <a:p>
            <a:pPr lvl="0" algn="ctr">
              <a:buSzPts val="3700"/>
            </a:pPr>
            <a:r>
              <a:rPr lang="en-IN" sz="5400" b="1" dirty="0" err="1">
                <a:solidFill>
                  <a:srgbClr val="632423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Kheti</a:t>
            </a:r>
            <a:r>
              <a:rPr lang="en-IN" sz="5400" b="1" dirty="0">
                <a:solidFill>
                  <a:srgbClr val="632423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Connect</a:t>
            </a:r>
            <a:endParaRPr sz="5400" b="1" i="0" u="none" strike="noStrike" cap="none" dirty="0">
              <a:solidFill>
                <a:srgbClr val="632423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pic>
        <p:nvPicPr>
          <p:cNvPr id="96" name="Google Shape;96;g3f667400058_0_3" title="SOU_LOGO_new-removebg (1) (9).png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8898992" y="0"/>
            <a:ext cx="3292999" cy="712000"/>
          </a:xfrm>
          <a:prstGeom prst="rect">
            <a:avLst/>
          </a:prstGeom>
          <a:noFill/>
          <a:ln>
            <a:noFill/>
          </a:ln>
        </p:spPr>
      </p:pic>
      <p:graphicFrame>
        <p:nvGraphicFramePr>
          <p:cNvPr id="97" name="Google Shape;97;g3f667400058_0_3"/>
          <p:cNvGraphicFramePr/>
          <p:nvPr>
            <p:extLst>
              <p:ext uri="{D42A27DB-BD31-4B8C-83A1-F6EECF244321}">
                <p14:modId xmlns:p14="http://schemas.microsoft.com/office/powerpoint/2010/main" val="2651334291"/>
              </p:ext>
            </p:extLst>
          </p:nvPr>
        </p:nvGraphicFramePr>
        <p:xfrm>
          <a:off x="1086337" y="3883402"/>
          <a:ext cx="10019325" cy="2819250"/>
        </p:xfrm>
        <a:graphic>
          <a:graphicData uri="http://schemas.openxmlformats.org/drawingml/2006/table">
            <a:tbl>
              <a:tblPr>
                <a:noFill/>
                <a:tableStyleId>{63E95184-CAF0-46EF-B478-F579AB55FC74}</a:tableStyleId>
              </a:tblPr>
              <a:tblGrid>
                <a:gridCol w="4070375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594895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381000"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2300"/>
                        <a:buFont typeface="Arial"/>
                        <a:buNone/>
                      </a:pPr>
                      <a:r>
                        <a:rPr lang="en-IN" sz="2300" b="1" dirty="0">
                          <a:solidFill>
                            <a:schemeClr val="lt1"/>
                          </a:solidFill>
                          <a:latin typeface="Cambria"/>
                          <a:ea typeface="Cambria"/>
                          <a:cs typeface="Cambria"/>
                          <a:sym typeface="Cambria"/>
                        </a:rPr>
                        <a:t>Group </a:t>
                      </a:r>
                      <a:r>
                        <a:rPr lang="en-IN" sz="2300" b="1" u="none" strike="noStrike" cap="none" dirty="0">
                          <a:solidFill>
                            <a:schemeClr val="lt1"/>
                          </a:solidFill>
                          <a:latin typeface="Cambria"/>
                          <a:ea typeface="Cambria"/>
                          <a:cs typeface="Cambria"/>
                          <a:sym typeface="Cambria"/>
                        </a:rPr>
                        <a:t>ID</a:t>
                      </a:r>
                      <a:endParaRPr sz="2300" b="1" u="none" strike="noStrike" cap="none" dirty="0">
                        <a:solidFill>
                          <a:schemeClr val="lt1"/>
                        </a:solidFill>
                        <a:latin typeface="Cambria"/>
                        <a:ea typeface="Cambria"/>
                        <a:cs typeface="Cambria"/>
                        <a:sym typeface="Cambria"/>
                      </a:endParaRPr>
                    </a:p>
                  </a:txBody>
                  <a:tcPr marL="91425" marR="91425" marT="91425" marB="91425">
                    <a:lnL w="19050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9050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9050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9050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900"/>
                        <a:buFont typeface="Arial"/>
                        <a:buNone/>
                      </a:pPr>
                      <a:r>
                        <a:rPr lang="en-US" sz="1800" b="1" u="none" strike="noStrike" cap="none" dirty="0">
                          <a:solidFill>
                            <a:schemeClr val="lt1"/>
                          </a:solidFill>
                          <a:latin typeface="Cambria"/>
                          <a:ea typeface="Cambria"/>
                          <a:cs typeface="Cambria"/>
                          <a:sym typeface="Cambria"/>
                        </a:rPr>
                        <a:t>5</a:t>
                      </a:r>
                      <a:endParaRPr sz="1900" u="none" strike="noStrike" cap="none" dirty="0">
                        <a:latin typeface="Cambria"/>
                        <a:ea typeface="Cambria"/>
                        <a:cs typeface="Cambria"/>
                        <a:sym typeface="Cambria"/>
                      </a:endParaRPr>
                    </a:p>
                  </a:txBody>
                  <a:tcPr marL="91425" marR="91425" marT="91425" marB="91425" anchor="ctr">
                    <a:lnL w="19050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9050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9050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9050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81000"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2300"/>
                        <a:buFont typeface="Arial"/>
                        <a:buNone/>
                      </a:pPr>
                      <a:r>
                        <a:rPr lang="en-IN" sz="2300" b="1" u="none" strike="noStrike" cap="none" dirty="0" err="1">
                          <a:solidFill>
                            <a:schemeClr val="lt1"/>
                          </a:solidFill>
                          <a:latin typeface="Cambria"/>
                          <a:ea typeface="Cambria"/>
                          <a:cs typeface="Cambria"/>
                          <a:sym typeface="Cambria"/>
                        </a:rPr>
                        <a:t>Enrollment</a:t>
                      </a:r>
                      <a:r>
                        <a:rPr lang="en-IN" sz="2300" b="1" u="none" strike="noStrike" cap="none" dirty="0">
                          <a:solidFill>
                            <a:schemeClr val="lt1"/>
                          </a:solidFill>
                          <a:latin typeface="Cambria"/>
                          <a:ea typeface="Cambria"/>
                          <a:cs typeface="Cambria"/>
                          <a:sym typeface="Cambria"/>
                        </a:rPr>
                        <a:t> No</a:t>
                      </a:r>
                      <a:endParaRPr sz="2300" b="1" u="none" strike="noStrike" cap="none" dirty="0">
                        <a:solidFill>
                          <a:schemeClr val="lt1"/>
                        </a:solidFill>
                        <a:latin typeface="Cambria"/>
                        <a:ea typeface="Cambria"/>
                        <a:cs typeface="Cambria"/>
                        <a:sym typeface="Cambria"/>
                      </a:endParaRPr>
                    </a:p>
                  </a:txBody>
                  <a:tcPr marL="91425" marR="91425" marT="91425" marB="91425">
                    <a:lnL w="19050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9050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9050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9050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defRPr sz="1500">
                          <a:solidFill>
                            <a:srgbClr val="FFFFFF"/>
                          </a:solidFill>
                          <a:latin typeface="Georgia"/>
                        </a:defRPr>
                      </a:pPr>
                      <a:r>
                        <a:rPr lang="en-IN" sz="1400" b="1" i="0" u="none" strike="noStrike" cap="none" spc="0" dirty="0">
                          <a:solidFill>
                            <a:schemeClr val="lt1"/>
                          </a:solidFill>
                          <a:latin typeface="Cambria"/>
                          <a:ea typeface="Cambria"/>
                          <a:sym typeface="Arial"/>
                        </a:rPr>
                        <a:t>2502031830005, 2502031830037, 2502031830040, 2502031830048, 2502031830017</a:t>
                      </a:r>
                    </a:p>
                  </a:txBody>
                  <a:tcPr marL="91425" marR="91425" marT="91425" marB="91425" anchor="ctr">
                    <a:lnL w="19050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9050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9050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9050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81000"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2300"/>
                        <a:buFont typeface="Arial"/>
                        <a:buNone/>
                      </a:pPr>
                      <a:r>
                        <a:rPr lang="en-IN" sz="2300" b="1" u="none" strike="noStrike" cap="none">
                          <a:solidFill>
                            <a:schemeClr val="lt1"/>
                          </a:solidFill>
                          <a:latin typeface="Cambria"/>
                          <a:ea typeface="Cambria"/>
                          <a:cs typeface="Cambria"/>
                          <a:sym typeface="Cambria"/>
                        </a:rPr>
                        <a:t>Name</a:t>
                      </a:r>
                      <a:endParaRPr sz="2300" b="1" u="none" strike="noStrike" cap="none">
                        <a:solidFill>
                          <a:schemeClr val="lt1"/>
                        </a:solidFill>
                        <a:latin typeface="Cambria"/>
                        <a:ea typeface="Cambria"/>
                        <a:cs typeface="Cambria"/>
                        <a:sym typeface="Cambria"/>
                      </a:endParaRPr>
                    </a:p>
                  </a:txBody>
                  <a:tcPr marL="91425" marR="91425" marT="91425" marB="91425">
                    <a:lnL w="19050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9050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9050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9050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900"/>
                        <a:buFont typeface="Arial"/>
                        <a:buNone/>
                        <a:tabLst/>
                        <a:defRPr sz="1500">
                          <a:solidFill>
                            <a:srgbClr val="FFFFFF"/>
                          </a:solidFill>
                          <a:latin typeface="Georgia"/>
                        </a:defRPr>
                      </a:pPr>
                      <a:r>
                        <a:rPr lang="en-IN" sz="1400" b="1" i="0" u="none" strike="noStrike" cap="none" spc="0" dirty="0">
                          <a:solidFill>
                            <a:schemeClr val="lt1"/>
                          </a:solidFill>
                          <a:latin typeface="Cambria"/>
                          <a:ea typeface="Cambria"/>
                          <a:cs typeface="Arial"/>
                          <a:sym typeface="Arial"/>
                        </a:rPr>
                        <a:t>Kushwaha </a:t>
                      </a:r>
                      <a:r>
                        <a:rPr lang="en-IN" sz="1400" b="1" i="0" u="none" strike="noStrike" cap="none" spc="0" dirty="0" err="1">
                          <a:solidFill>
                            <a:schemeClr val="lt1"/>
                          </a:solidFill>
                          <a:latin typeface="Cambria"/>
                          <a:ea typeface="Cambria"/>
                          <a:cs typeface="Arial"/>
                          <a:sym typeface="Arial"/>
                        </a:rPr>
                        <a:t>Ankitkumar</a:t>
                      </a:r>
                      <a:r>
                        <a:rPr lang="en-IN" sz="1400" b="1" i="0" u="none" strike="noStrike" cap="none" spc="0" dirty="0">
                          <a:solidFill>
                            <a:schemeClr val="lt1"/>
                          </a:solidFill>
                          <a:latin typeface="Cambria"/>
                          <a:ea typeface="Cambria"/>
                          <a:cs typeface="Arial"/>
                          <a:sym typeface="Arial"/>
                        </a:rPr>
                        <a:t>, Jeet </a:t>
                      </a:r>
                      <a:r>
                        <a:rPr lang="en-IN" sz="1400" b="1" i="0" u="none" strike="noStrike" cap="none" spc="0" dirty="0" err="1">
                          <a:solidFill>
                            <a:schemeClr val="lt1"/>
                          </a:solidFill>
                          <a:latin typeface="Cambria"/>
                          <a:ea typeface="Cambria"/>
                          <a:cs typeface="Arial"/>
                          <a:sym typeface="Arial"/>
                        </a:rPr>
                        <a:t>Ranpariya</a:t>
                      </a:r>
                      <a:r>
                        <a:rPr lang="en-IN" sz="1400" b="1" i="0" u="none" strike="noStrike" cap="none" spc="0" dirty="0">
                          <a:solidFill>
                            <a:schemeClr val="lt1"/>
                          </a:solidFill>
                          <a:latin typeface="Cambria"/>
                          <a:ea typeface="Cambria"/>
                          <a:cs typeface="Arial"/>
                          <a:sym typeface="Arial"/>
                        </a:rPr>
                        <a:t>, Het </a:t>
                      </a:r>
                      <a:r>
                        <a:rPr lang="en-IN" sz="1400" b="1" i="0" u="none" strike="noStrike" cap="none" spc="0" dirty="0" err="1">
                          <a:solidFill>
                            <a:schemeClr val="lt1"/>
                          </a:solidFill>
                          <a:latin typeface="Cambria"/>
                          <a:ea typeface="Cambria"/>
                          <a:cs typeface="Arial"/>
                          <a:sym typeface="Arial"/>
                        </a:rPr>
                        <a:t>Nakrani</a:t>
                      </a:r>
                      <a:r>
                        <a:rPr lang="en-IN" sz="1400" b="1" i="0" u="none" strike="noStrike" cap="none" spc="0" dirty="0">
                          <a:solidFill>
                            <a:schemeClr val="lt1"/>
                          </a:solidFill>
                          <a:latin typeface="Cambria"/>
                          <a:ea typeface="Cambria"/>
                          <a:cs typeface="Arial"/>
                          <a:sym typeface="Arial"/>
                        </a:rPr>
                        <a:t>, Yash Makwana, </a:t>
                      </a:r>
                      <a:r>
                        <a:rPr lang="en-IN" sz="1400" b="1" i="0" u="none" strike="noStrike" cap="none" spc="0" dirty="0" err="1">
                          <a:solidFill>
                            <a:schemeClr val="lt1"/>
                          </a:solidFill>
                          <a:latin typeface="Cambria"/>
                          <a:ea typeface="Cambria"/>
                          <a:cs typeface="Arial"/>
                          <a:sym typeface="Arial"/>
                        </a:rPr>
                        <a:t>Rajdipsinh</a:t>
                      </a:r>
                      <a:r>
                        <a:rPr lang="en-IN" sz="1400" b="1" i="0" u="none" strike="noStrike" cap="none" spc="0" dirty="0">
                          <a:solidFill>
                            <a:schemeClr val="lt1"/>
                          </a:solidFill>
                          <a:latin typeface="Cambria"/>
                          <a:ea typeface="Cambria"/>
                          <a:cs typeface="Arial"/>
                          <a:sym typeface="Arial"/>
                        </a:rPr>
                        <a:t> Chauhan</a:t>
                      </a:r>
                    </a:p>
                  </a:txBody>
                  <a:tcPr marL="91425" marR="91425" marT="91425" marB="91425" anchor="ctr">
                    <a:lnL w="19050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9050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9050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9050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81000"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2300"/>
                        <a:buFont typeface="Arial"/>
                        <a:buNone/>
                      </a:pPr>
                      <a:r>
                        <a:rPr lang="en-IN" sz="2300" b="1" u="none" strike="noStrike" cap="none">
                          <a:solidFill>
                            <a:schemeClr val="lt1"/>
                          </a:solidFill>
                          <a:latin typeface="Cambria"/>
                          <a:ea typeface="Cambria"/>
                          <a:cs typeface="Cambria"/>
                          <a:sym typeface="Cambria"/>
                        </a:rPr>
                        <a:t>Branch</a:t>
                      </a:r>
                      <a:endParaRPr sz="2300" b="1" u="none" strike="noStrike" cap="none">
                        <a:solidFill>
                          <a:schemeClr val="lt1"/>
                        </a:solidFill>
                        <a:latin typeface="Cambria"/>
                        <a:ea typeface="Cambria"/>
                        <a:cs typeface="Cambria"/>
                        <a:sym typeface="Cambria"/>
                      </a:endParaRPr>
                    </a:p>
                  </a:txBody>
                  <a:tcPr marL="91425" marR="91425" marT="91425" marB="91425">
                    <a:lnL w="19050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9050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9050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9050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900"/>
                        <a:buFont typeface="Arial"/>
                        <a:buNone/>
                        <a:tabLst/>
                        <a:defRPr/>
                      </a:pPr>
                      <a:r>
                        <a:rPr lang="en-IN" sz="1400" b="1" i="0" u="none" strike="noStrike" cap="none" spc="0" dirty="0">
                          <a:solidFill>
                            <a:schemeClr val="lt1"/>
                          </a:solidFill>
                          <a:latin typeface="Cambria"/>
                          <a:ea typeface="Cambria"/>
                          <a:cs typeface="Arial"/>
                          <a:sym typeface="Arial"/>
                        </a:rPr>
                        <a:t>Computer Science &amp; Engineering (CSE)</a:t>
                      </a:r>
                    </a:p>
                  </a:txBody>
                  <a:tcPr marL="91425" marR="91425" marT="91425" marB="91425" anchor="ctr">
                    <a:lnL w="19050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9050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9050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9050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381000"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2300"/>
                        <a:buFont typeface="Arial"/>
                        <a:buNone/>
                      </a:pPr>
                      <a:r>
                        <a:rPr lang="en-IN" sz="2300" b="1" u="none" strike="noStrike" cap="none">
                          <a:solidFill>
                            <a:schemeClr val="lt1"/>
                          </a:solidFill>
                          <a:latin typeface="Cambria"/>
                          <a:ea typeface="Cambria"/>
                          <a:cs typeface="Cambria"/>
                          <a:sym typeface="Cambria"/>
                        </a:rPr>
                        <a:t>Guide Name</a:t>
                      </a:r>
                      <a:endParaRPr sz="2300" b="1" u="none" strike="noStrike" cap="none">
                        <a:solidFill>
                          <a:schemeClr val="lt1"/>
                        </a:solidFill>
                        <a:latin typeface="Cambria"/>
                        <a:ea typeface="Cambria"/>
                        <a:cs typeface="Cambria"/>
                        <a:sym typeface="Cambria"/>
                      </a:endParaRPr>
                    </a:p>
                  </a:txBody>
                  <a:tcPr marL="91425" marR="91425" marT="91425" marB="91425">
                    <a:lnL w="19050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9050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9050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9050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900"/>
                        <a:buFont typeface="Arial"/>
                        <a:buNone/>
                      </a:pPr>
                      <a:r>
                        <a:rPr lang="en-IN" sz="1400" b="1" i="0" u="none" strike="noStrike" cap="none" spc="0" dirty="0">
                          <a:solidFill>
                            <a:schemeClr val="lt1"/>
                          </a:solidFill>
                          <a:latin typeface="Cambria"/>
                          <a:ea typeface="Cambria"/>
                          <a:cs typeface="Arial"/>
                          <a:sym typeface="Arial"/>
                        </a:rPr>
                        <a:t>Ms. Vaishnavi</a:t>
                      </a:r>
                      <a:r>
                        <a:rPr lang="en-IN" sz="1400" b="1" i="0" u="none" strike="noStrike" cap="none" spc="0" dirty="0">
                          <a:solidFill>
                            <a:srgbClr val="000000"/>
                          </a:solidFill>
                          <a:effectLst/>
                          <a:latin typeface="Arial"/>
                          <a:ea typeface="Arial"/>
                          <a:cs typeface="Arial"/>
                          <a:sym typeface="Arial"/>
                        </a:rPr>
                        <a:t> </a:t>
                      </a:r>
                      <a:r>
                        <a:rPr lang="en-IN" sz="1400" b="1" i="0" u="none" strike="noStrike" cap="none" spc="0" dirty="0">
                          <a:solidFill>
                            <a:schemeClr val="lt1"/>
                          </a:solidFill>
                          <a:latin typeface="Cambria"/>
                          <a:ea typeface="Cambria"/>
                          <a:cs typeface="Arial"/>
                          <a:sym typeface="Arial"/>
                        </a:rPr>
                        <a:t>Gupta</a:t>
                      </a:r>
                      <a:endParaRPr sz="1400" b="1" i="0" u="none" strike="noStrike" cap="none" spc="0" dirty="0">
                        <a:solidFill>
                          <a:schemeClr val="lt1"/>
                        </a:solidFill>
                        <a:latin typeface="Cambria"/>
                        <a:ea typeface="Cambria"/>
                        <a:cs typeface="Arial"/>
                        <a:sym typeface="Cambria"/>
                      </a:endParaRPr>
                    </a:p>
                  </a:txBody>
                  <a:tcPr marL="91425" marR="91425" marT="91425" marB="91425" anchor="ctr">
                    <a:lnL w="19050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9050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9050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9050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</a:tbl>
          </a:graphicData>
        </a:graphic>
      </p:graphicFrame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0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" name="Google Shape;102;p2"/>
          <p:cNvSpPr txBox="1">
            <a:spLocks noGrp="1"/>
          </p:cNvSpPr>
          <p:nvPr>
            <p:ph type="title"/>
          </p:nvPr>
        </p:nvSpPr>
        <p:spPr>
          <a:xfrm>
            <a:off x="609600" y="274638"/>
            <a:ext cx="10972800" cy="1143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/>
          <a:p>
            <a:pPr marL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</a:pPr>
            <a:r>
              <a:rPr lang="en-IN">
                <a:latin typeface="Cambria"/>
                <a:ea typeface="Cambria"/>
                <a:cs typeface="Cambria"/>
                <a:sym typeface="Cambria"/>
              </a:rPr>
              <a:t>Index</a:t>
            </a:r>
            <a:endParaRPr>
              <a:latin typeface="Cambria"/>
              <a:ea typeface="Cambria"/>
              <a:cs typeface="Cambria"/>
              <a:sym typeface="Cambria"/>
            </a:endParaRPr>
          </a:p>
        </p:txBody>
      </p:sp>
      <p:sp>
        <p:nvSpPr>
          <p:cNvPr id="103" name="Google Shape;103;p2"/>
          <p:cNvSpPr txBox="1">
            <a:spLocks noGrp="1"/>
          </p:cNvSpPr>
          <p:nvPr>
            <p:ph type="body" idx="1"/>
          </p:nvPr>
        </p:nvSpPr>
        <p:spPr>
          <a:xfrm>
            <a:off x="609600" y="1600201"/>
            <a:ext cx="10972800" cy="45259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 fontScale="92500" lnSpcReduction="20000"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endParaRPr dirty="0">
              <a:latin typeface="Cambria"/>
              <a:ea typeface="Cambria"/>
              <a:cs typeface="Cambria"/>
              <a:sym typeface="Cambria"/>
            </a:endParaRPr>
          </a:p>
          <a:p>
            <a:pPr marL="342900" lvl="0" indent="-33562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ct val="100000"/>
              <a:buFont typeface="Cambria"/>
              <a:buChar char="•"/>
            </a:pPr>
            <a:r>
              <a:rPr lang="en-IN" dirty="0">
                <a:latin typeface="Cambria"/>
                <a:ea typeface="Cambria"/>
                <a:cs typeface="Cambria"/>
                <a:sym typeface="Cambria"/>
              </a:rPr>
              <a:t>Introduction</a:t>
            </a:r>
            <a:endParaRPr dirty="0">
              <a:latin typeface="Cambria"/>
              <a:ea typeface="Cambria"/>
              <a:cs typeface="Cambria"/>
              <a:sym typeface="Cambria"/>
            </a:endParaRPr>
          </a:p>
          <a:p>
            <a:pPr marL="342900" lvl="0" indent="-335620" algn="l" rtl="0">
              <a:lnSpc>
                <a:spcPct val="100000"/>
              </a:lnSpc>
              <a:spcBef>
                <a:spcPts val="640"/>
              </a:spcBef>
              <a:spcAft>
                <a:spcPts val="0"/>
              </a:spcAft>
              <a:buSzPct val="100000"/>
              <a:buFont typeface="Cambria"/>
              <a:buChar char="•"/>
            </a:pPr>
            <a:r>
              <a:rPr lang="en-IN" dirty="0">
                <a:latin typeface="Cambria"/>
                <a:ea typeface="Cambria"/>
                <a:cs typeface="Cambria"/>
                <a:sym typeface="Cambria"/>
              </a:rPr>
              <a:t>Background and Motivation</a:t>
            </a:r>
            <a:endParaRPr dirty="0">
              <a:latin typeface="Cambria"/>
              <a:ea typeface="Cambria"/>
              <a:cs typeface="Cambria"/>
              <a:sym typeface="Cambria"/>
            </a:endParaRPr>
          </a:p>
          <a:p>
            <a:pPr marL="342900" lvl="0" indent="-335620" algn="l" rtl="0">
              <a:lnSpc>
                <a:spcPct val="100000"/>
              </a:lnSpc>
              <a:spcBef>
                <a:spcPts val="640"/>
              </a:spcBef>
              <a:spcAft>
                <a:spcPts val="0"/>
              </a:spcAft>
              <a:buSzPct val="100000"/>
              <a:buFont typeface="Cambria"/>
              <a:buChar char="•"/>
            </a:pPr>
            <a:r>
              <a:rPr lang="en-IN" dirty="0">
                <a:latin typeface="Cambria"/>
                <a:ea typeface="Cambria"/>
                <a:cs typeface="Cambria"/>
                <a:sym typeface="Cambria"/>
              </a:rPr>
              <a:t>Relevance and Importance</a:t>
            </a:r>
            <a:endParaRPr dirty="0">
              <a:latin typeface="Cambria"/>
              <a:ea typeface="Cambria"/>
              <a:cs typeface="Cambria"/>
              <a:sym typeface="Cambria"/>
            </a:endParaRPr>
          </a:p>
          <a:p>
            <a:pPr marL="342900" lvl="0" indent="-335620" algn="l" rtl="0">
              <a:lnSpc>
                <a:spcPct val="100000"/>
              </a:lnSpc>
              <a:spcBef>
                <a:spcPts val="640"/>
              </a:spcBef>
              <a:spcAft>
                <a:spcPts val="0"/>
              </a:spcAft>
              <a:buSzPct val="100000"/>
              <a:buFont typeface="Cambria"/>
              <a:buChar char="•"/>
            </a:pPr>
            <a:r>
              <a:rPr lang="en-IN" dirty="0">
                <a:latin typeface="Cambria"/>
                <a:ea typeface="Cambria"/>
                <a:cs typeface="Cambria"/>
                <a:sym typeface="Cambria"/>
              </a:rPr>
              <a:t>Literature Survey</a:t>
            </a:r>
            <a:endParaRPr dirty="0">
              <a:latin typeface="Cambria"/>
              <a:ea typeface="Cambria"/>
              <a:cs typeface="Cambria"/>
              <a:sym typeface="Cambria"/>
            </a:endParaRPr>
          </a:p>
          <a:p>
            <a:pPr marL="342900" lvl="0" indent="-335620" algn="l" rtl="0">
              <a:lnSpc>
                <a:spcPct val="100000"/>
              </a:lnSpc>
              <a:spcBef>
                <a:spcPts val="640"/>
              </a:spcBef>
              <a:spcAft>
                <a:spcPts val="0"/>
              </a:spcAft>
              <a:buSzPct val="100000"/>
              <a:buFont typeface="Cambria"/>
              <a:buChar char="•"/>
            </a:pPr>
            <a:r>
              <a:rPr lang="en-IN" dirty="0">
                <a:latin typeface="Cambria"/>
                <a:ea typeface="Cambria"/>
                <a:cs typeface="Cambria"/>
                <a:sym typeface="Cambria"/>
              </a:rPr>
              <a:t>Objectives</a:t>
            </a:r>
            <a:endParaRPr dirty="0">
              <a:latin typeface="Cambria"/>
              <a:ea typeface="Cambria"/>
              <a:cs typeface="Cambria"/>
              <a:sym typeface="Cambria"/>
            </a:endParaRPr>
          </a:p>
          <a:p>
            <a:pPr marL="342900" lvl="0" indent="-335620" algn="l" rtl="0">
              <a:lnSpc>
                <a:spcPct val="100000"/>
              </a:lnSpc>
              <a:spcBef>
                <a:spcPts val="640"/>
              </a:spcBef>
              <a:spcAft>
                <a:spcPts val="0"/>
              </a:spcAft>
              <a:buSzPct val="100000"/>
              <a:buFont typeface="Cambria"/>
              <a:buChar char="•"/>
            </a:pPr>
            <a:r>
              <a:rPr lang="en-IN" dirty="0">
                <a:latin typeface="Cambria"/>
                <a:ea typeface="Cambria"/>
                <a:cs typeface="Cambria"/>
                <a:sym typeface="Cambria"/>
              </a:rPr>
              <a:t>UML </a:t>
            </a:r>
            <a:r>
              <a:rPr lang="en-IN" dirty="0">
                <a:latin typeface="Times New Roman"/>
                <a:ea typeface="Times New Roman"/>
                <a:cs typeface="Times New Roman"/>
                <a:sym typeface="Times New Roman"/>
              </a:rPr>
              <a:t>Diagram</a:t>
            </a:r>
            <a:endParaRPr dirty="0">
              <a:latin typeface="Cambria"/>
              <a:ea typeface="Cambria"/>
              <a:cs typeface="Cambria"/>
              <a:sym typeface="Cambria"/>
            </a:endParaRPr>
          </a:p>
          <a:p>
            <a:pPr marL="342900" lvl="0" indent="-335620" algn="l" rtl="0">
              <a:lnSpc>
                <a:spcPct val="100000"/>
              </a:lnSpc>
              <a:spcBef>
                <a:spcPts val="640"/>
              </a:spcBef>
              <a:spcAft>
                <a:spcPts val="0"/>
              </a:spcAft>
              <a:buSzPct val="100000"/>
              <a:buFont typeface="Cambria"/>
              <a:buChar char="•"/>
            </a:pPr>
            <a:r>
              <a:rPr lang="en-IN" dirty="0">
                <a:latin typeface="Cambria"/>
                <a:ea typeface="Cambria"/>
                <a:cs typeface="Cambria"/>
                <a:sym typeface="Cambria"/>
              </a:rPr>
              <a:t>Work carried out till date (Table format)</a:t>
            </a:r>
            <a:endParaRPr dirty="0">
              <a:latin typeface="Cambria"/>
              <a:ea typeface="Cambria"/>
              <a:cs typeface="Cambria"/>
              <a:sym typeface="Cambria"/>
            </a:endParaRPr>
          </a:p>
          <a:p>
            <a:pPr marL="342900" lvl="0" indent="-335620" algn="l" rtl="0">
              <a:lnSpc>
                <a:spcPct val="100000"/>
              </a:lnSpc>
              <a:spcBef>
                <a:spcPts val="640"/>
              </a:spcBef>
              <a:spcAft>
                <a:spcPts val="0"/>
              </a:spcAft>
              <a:buSzPct val="100000"/>
              <a:buFont typeface="Cambria"/>
              <a:buChar char="•"/>
            </a:pPr>
            <a:r>
              <a:rPr lang="en-IN" dirty="0">
                <a:latin typeface="Cambria"/>
                <a:ea typeface="Cambria"/>
                <a:cs typeface="Cambria"/>
                <a:sym typeface="Cambria"/>
              </a:rPr>
              <a:t>Timeline Chart</a:t>
            </a:r>
            <a:endParaRPr dirty="0">
              <a:latin typeface="Cambria"/>
              <a:ea typeface="Cambria"/>
              <a:cs typeface="Cambria"/>
              <a:sym typeface="Cambria"/>
            </a:endParaRPr>
          </a:p>
          <a:p>
            <a:pPr marL="360001" lvl="0" indent="-352721" algn="l" rtl="0">
              <a:spcBef>
                <a:spcPts val="640"/>
              </a:spcBef>
              <a:spcAft>
                <a:spcPts val="0"/>
              </a:spcAft>
              <a:buSzPct val="100000"/>
              <a:buFont typeface="Cambria"/>
              <a:buChar char="•"/>
            </a:pPr>
            <a:r>
              <a:rPr lang="en-IN" dirty="0">
                <a:latin typeface="Cambria"/>
                <a:ea typeface="Cambria"/>
                <a:cs typeface="Cambria"/>
                <a:sym typeface="Cambria"/>
              </a:rPr>
              <a:t>References</a:t>
            </a:r>
            <a:endParaRPr dirty="0">
              <a:latin typeface="Cambria"/>
              <a:ea typeface="Cambria"/>
              <a:cs typeface="Cambria"/>
              <a:sym typeface="Cambria"/>
            </a:endParaRPr>
          </a:p>
          <a:p>
            <a:pPr marL="0" lvl="0" indent="0" algn="l" rtl="0">
              <a:lnSpc>
                <a:spcPct val="100000"/>
              </a:lnSpc>
              <a:spcBef>
                <a:spcPts val="640"/>
              </a:spcBef>
              <a:spcAft>
                <a:spcPts val="0"/>
              </a:spcAft>
              <a:buNone/>
            </a:pPr>
            <a:endParaRPr dirty="0">
              <a:latin typeface="Cambria"/>
              <a:ea typeface="Cambria"/>
              <a:cs typeface="Cambria"/>
              <a:sym typeface="Cambria"/>
            </a:endParaRPr>
          </a:p>
        </p:txBody>
      </p:sp>
      <p:sp>
        <p:nvSpPr>
          <p:cNvPr id="105" name="Google Shape;105;p2"/>
          <p:cNvSpPr txBox="1">
            <a:spLocks noGrp="1"/>
          </p:cNvSpPr>
          <p:nvPr>
            <p:ph type="sldNum" idx="12"/>
          </p:nvPr>
        </p:nvSpPr>
        <p:spPr>
          <a:xfrm>
            <a:off x="8737600" y="6356351"/>
            <a:ext cx="284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</a:pPr>
            <a:fld id="{00000000-1234-1234-1234-123412341234}" type="slidenum">
              <a:rPr lang="en-IN"/>
              <a:t>2</a:t>
            </a:fld>
            <a:endParaRPr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0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0" name="Google Shape;110;p3"/>
          <p:cNvSpPr txBox="1">
            <a:spLocks noGrp="1"/>
          </p:cNvSpPr>
          <p:nvPr>
            <p:ph type="title"/>
          </p:nvPr>
        </p:nvSpPr>
        <p:spPr>
          <a:xfrm>
            <a:off x="609600" y="274638"/>
            <a:ext cx="10972800" cy="1143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/>
          <a:p>
            <a:pPr marL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</a:pPr>
            <a:r>
              <a:rPr lang="en-IN" dirty="0">
                <a:latin typeface="Cambria"/>
                <a:ea typeface="Cambria"/>
                <a:cs typeface="Cambria"/>
                <a:sym typeface="Cambria"/>
              </a:rPr>
              <a:t>Introduction</a:t>
            </a:r>
            <a:endParaRPr dirty="0">
              <a:latin typeface="Cambria"/>
              <a:ea typeface="Cambria"/>
              <a:cs typeface="Cambria"/>
              <a:sym typeface="Cambria"/>
            </a:endParaRPr>
          </a:p>
        </p:txBody>
      </p:sp>
      <p:sp>
        <p:nvSpPr>
          <p:cNvPr id="111" name="Google Shape;111;p3"/>
          <p:cNvSpPr txBox="1">
            <a:spLocks noGrp="1"/>
          </p:cNvSpPr>
          <p:nvPr>
            <p:ph type="body" idx="1"/>
          </p:nvPr>
        </p:nvSpPr>
        <p:spPr>
          <a:xfrm>
            <a:off x="4798143" y="1422062"/>
            <a:ext cx="6096000" cy="4526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/>
          <a:p>
            <a:pPr marL="114300" indent="0" algn="just">
              <a:buNone/>
            </a:pPr>
            <a:r>
              <a:rPr lang="en-IN" sz="2800" dirty="0" err="1"/>
              <a:t>Kheti</a:t>
            </a:r>
            <a:r>
              <a:rPr lang="en-IN" sz="2800" dirty="0"/>
              <a:t> Connect is a digital platform that connects farmers directly with buyers, helping improve market access and provide fairer pricing.</a:t>
            </a:r>
          </a:p>
          <a:p>
            <a:pPr marL="114300" indent="0" algn="just">
              <a:buNone/>
            </a:pPr>
            <a:endParaRPr lang="en-IN" sz="2800" dirty="0"/>
          </a:p>
          <a:p>
            <a:pPr marL="114300" indent="0" algn="just">
              <a:buNone/>
            </a:pPr>
            <a:r>
              <a:rPr lang="en-IN" sz="2800" dirty="0"/>
              <a:t>It also provides farmer education, market information, and transport tracking in one platform.</a:t>
            </a:r>
          </a:p>
        </p:txBody>
      </p:sp>
      <p:sp>
        <p:nvSpPr>
          <p:cNvPr id="113" name="Google Shape;113;p3"/>
          <p:cNvSpPr txBox="1">
            <a:spLocks noGrp="1"/>
          </p:cNvSpPr>
          <p:nvPr>
            <p:ph type="sldNum" idx="12"/>
          </p:nvPr>
        </p:nvSpPr>
        <p:spPr>
          <a:xfrm>
            <a:off x="8737600" y="6356351"/>
            <a:ext cx="28449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fld id="{00000000-1234-1234-1234-123412341234}" type="slidenum">
              <a:rPr lang="en-IN"/>
              <a:t>3</a:t>
            </a:fld>
            <a:endParaRPr/>
          </a:p>
        </p:txBody>
      </p:sp>
      <p:pic>
        <p:nvPicPr>
          <p:cNvPr id="2" name="Picture 1" descr="Andhra pradesh farmer Images - Free Download on Magnific (formerly Freepik)">
            <a:extLst>
              <a:ext uri="{FF2B5EF4-FFF2-40B4-BE49-F238E27FC236}">
                <a16:creationId xmlns:a16="http://schemas.microsoft.com/office/drawing/2014/main" id="{BBA1CD36-3A7E-FFA9-D4FE-C1F6EFA6990C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46023" y="1599585"/>
            <a:ext cx="3658829" cy="3658829"/>
          </a:xfrm>
          <a:prstGeom prst="rect">
            <a:avLst/>
          </a:prstGeom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1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9" name="Google Shape;119;p4"/>
          <p:cNvSpPr txBox="1">
            <a:spLocks noGrp="1"/>
          </p:cNvSpPr>
          <p:nvPr>
            <p:ph type="title"/>
          </p:nvPr>
        </p:nvSpPr>
        <p:spPr>
          <a:xfrm>
            <a:off x="609600" y="274638"/>
            <a:ext cx="10972800" cy="1143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/>
          <a:p>
            <a:pPr marL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</a:pPr>
            <a:r>
              <a:rPr lang="en-IN">
                <a:latin typeface="Cambria"/>
                <a:ea typeface="Cambria"/>
                <a:cs typeface="Cambria"/>
                <a:sym typeface="Cambria"/>
              </a:rPr>
              <a:t>Background and Motivation</a:t>
            </a:r>
            <a:endParaRPr>
              <a:latin typeface="Cambria"/>
              <a:ea typeface="Cambria"/>
              <a:cs typeface="Cambria"/>
              <a:sym typeface="Cambria"/>
            </a:endParaRPr>
          </a:p>
        </p:txBody>
      </p:sp>
      <p:sp>
        <p:nvSpPr>
          <p:cNvPr id="120" name="Google Shape;120;p4"/>
          <p:cNvSpPr txBox="1">
            <a:spLocks noGrp="1"/>
          </p:cNvSpPr>
          <p:nvPr>
            <p:ph type="body" idx="1"/>
          </p:nvPr>
        </p:nvSpPr>
        <p:spPr>
          <a:xfrm>
            <a:off x="609600" y="1600201"/>
            <a:ext cx="10972800" cy="4526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/>
          <a:p>
            <a:pPr marL="114300" indent="0" algn="ctr">
              <a:buNone/>
            </a:pPr>
            <a:r>
              <a:rPr lang="en-IN" dirty="0"/>
              <a:t>Farmers often face challenges such as limited direct market access, dependence on intermediaries, and lack of proper information.</a:t>
            </a:r>
          </a:p>
          <a:p>
            <a:pPr marL="114300" indent="0" algn="ctr">
              <a:buNone/>
            </a:pPr>
            <a:endParaRPr lang="en-IN" dirty="0"/>
          </a:p>
          <a:p>
            <a:pPr marL="114300" indent="0" algn="ctr">
              <a:buNone/>
            </a:pPr>
            <a:r>
              <a:rPr lang="en-IN" dirty="0" err="1"/>
              <a:t>Kheti</a:t>
            </a:r>
            <a:r>
              <a:rPr lang="en-IN" dirty="0"/>
              <a:t> Connect is motivated by the need to provide farmers with a single digital platform for selling, learning, and tracking their deliveries.</a:t>
            </a:r>
          </a:p>
        </p:txBody>
      </p:sp>
      <p:sp>
        <p:nvSpPr>
          <p:cNvPr id="122" name="Google Shape;122;p4"/>
          <p:cNvSpPr txBox="1">
            <a:spLocks noGrp="1"/>
          </p:cNvSpPr>
          <p:nvPr>
            <p:ph type="sldNum" idx="12"/>
          </p:nvPr>
        </p:nvSpPr>
        <p:spPr>
          <a:xfrm>
            <a:off x="8737600" y="6356351"/>
            <a:ext cx="28449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1200"/>
              <a:buFont typeface="Calibri"/>
              <a:buNone/>
            </a:pPr>
            <a:fld id="{00000000-1234-1234-1234-123412341234}" type="slidenum">
              <a:rPr lang="en-IN"/>
              <a:t>4</a:t>
            </a:fld>
            <a:endParaRPr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2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8" name="Google Shape;128;p5"/>
          <p:cNvSpPr txBox="1">
            <a:spLocks noGrp="1"/>
          </p:cNvSpPr>
          <p:nvPr>
            <p:ph type="title"/>
          </p:nvPr>
        </p:nvSpPr>
        <p:spPr>
          <a:xfrm>
            <a:off x="609600" y="274638"/>
            <a:ext cx="10972800" cy="1143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/>
          <a:p>
            <a:pPr marL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</a:pPr>
            <a:r>
              <a:rPr lang="en-IN">
                <a:latin typeface="Cambria"/>
                <a:ea typeface="Cambria"/>
                <a:cs typeface="Cambria"/>
                <a:sym typeface="Cambria"/>
              </a:rPr>
              <a:t>Relevance and Importance</a:t>
            </a:r>
            <a:endParaRPr>
              <a:latin typeface="Cambria"/>
              <a:ea typeface="Cambria"/>
              <a:cs typeface="Cambria"/>
              <a:sym typeface="Cambria"/>
            </a:endParaRPr>
          </a:p>
        </p:txBody>
      </p:sp>
      <p:sp>
        <p:nvSpPr>
          <p:cNvPr id="129" name="Google Shape;129;p5"/>
          <p:cNvSpPr txBox="1">
            <a:spLocks noGrp="1"/>
          </p:cNvSpPr>
          <p:nvPr>
            <p:ph type="body" idx="1"/>
          </p:nvPr>
        </p:nvSpPr>
        <p:spPr>
          <a:xfrm>
            <a:off x="980211" y="1613228"/>
            <a:ext cx="5771534" cy="405015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/>
          <a:p>
            <a:pPr marL="0" lvl="0" indent="0" algn="just">
              <a:spcBef>
                <a:spcPts val="0"/>
              </a:spcBef>
              <a:buSzPts val="3200"/>
              <a:buNone/>
            </a:pPr>
            <a:r>
              <a:rPr lang="en-IN" sz="2400" dirty="0" err="1"/>
              <a:t>Kheti</a:t>
            </a:r>
            <a:r>
              <a:rPr lang="en-IN" sz="2400" dirty="0"/>
              <a:t> Connect is relevant because it addresses multiple challenges faced by farmers, including limited market access, lack of information, and transportation difficulties. It provides a single digital platform that connects farmers, buyers, educational resources, and logistics services.</a:t>
            </a:r>
            <a:endParaRPr sz="2400" dirty="0">
              <a:latin typeface="Cambria"/>
              <a:ea typeface="Cambria"/>
              <a:cs typeface="Cambria"/>
              <a:sym typeface="Cambria"/>
            </a:endParaRPr>
          </a:p>
        </p:txBody>
      </p:sp>
      <p:sp>
        <p:nvSpPr>
          <p:cNvPr id="131" name="Google Shape;131;p5"/>
          <p:cNvSpPr txBox="1">
            <a:spLocks noGrp="1"/>
          </p:cNvSpPr>
          <p:nvPr>
            <p:ph type="sldNum" idx="12"/>
          </p:nvPr>
        </p:nvSpPr>
        <p:spPr>
          <a:xfrm>
            <a:off x="8737600" y="6356351"/>
            <a:ext cx="28449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1200"/>
              <a:buFont typeface="Calibri"/>
              <a:buNone/>
            </a:pPr>
            <a:fld id="{00000000-1234-1234-1234-123412341234}" type="slidenum">
              <a:rPr lang="en-IN"/>
              <a:t>5</a:t>
            </a:fld>
            <a:endParaRPr/>
          </a:p>
        </p:txBody>
      </p:sp>
      <p:pic>
        <p:nvPicPr>
          <p:cNvPr id="4" name="Picture 3" descr="Kerala farmer Images - Free Download on Magnific (formerly Freepik)">
            <a:extLst>
              <a:ext uri="{FF2B5EF4-FFF2-40B4-BE49-F238E27FC236}">
                <a16:creationId xmlns:a16="http://schemas.microsoft.com/office/drawing/2014/main" id="{4E3D5082-9669-F715-591F-BA5C6087BC0C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889010" y="1942360"/>
            <a:ext cx="3322779" cy="3322779"/>
          </a:xfrm>
          <a:prstGeom prst="rect">
            <a:avLst/>
          </a:prstGeom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3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7" name="Google Shape;137;p6"/>
          <p:cNvSpPr txBox="1">
            <a:spLocks noGrp="1"/>
          </p:cNvSpPr>
          <p:nvPr>
            <p:ph type="title"/>
          </p:nvPr>
        </p:nvSpPr>
        <p:spPr>
          <a:xfrm>
            <a:off x="609600" y="274638"/>
            <a:ext cx="10972800" cy="1143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/>
          <a:p>
            <a:pPr marL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</a:pPr>
            <a:r>
              <a:rPr lang="en-IN">
                <a:latin typeface="Cambria"/>
                <a:ea typeface="Cambria"/>
                <a:cs typeface="Cambria"/>
                <a:sym typeface="Cambria"/>
              </a:rPr>
              <a:t>Literature Survey</a:t>
            </a:r>
            <a:endParaRPr>
              <a:latin typeface="Cambria"/>
              <a:ea typeface="Cambria"/>
              <a:cs typeface="Cambria"/>
              <a:sym typeface="Cambria"/>
            </a:endParaRPr>
          </a:p>
        </p:txBody>
      </p:sp>
      <p:sp>
        <p:nvSpPr>
          <p:cNvPr id="138" name="Google Shape;138;p6"/>
          <p:cNvSpPr txBox="1">
            <a:spLocks noGrp="1"/>
          </p:cNvSpPr>
          <p:nvPr>
            <p:ph type="body" idx="1"/>
          </p:nvPr>
        </p:nvSpPr>
        <p:spPr>
          <a:xfrm>
            <a:off x="609600" y="1787014"/>
            <a:ext cx="6331974" cy="349128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/>
          <a:p>
            <a:pPr marL="114300" indent="0" algn="just">
              <a:buNone/>
            </a:pPr>
            <a:r>
              <a:rPr lang="en-IN" dirty="0"/>
              <a:t>Existing digital agriculture platforms mainly focus on online trading and market information. However, most solutions do not combine direct selling, farmer education, and logistics tracking in one platform.</a:t>
            </a:r>
          </a:p>
        </p:txBody>
      </p:sp>
      <p:sp>
        <p:nvSpPr>
          <p:cNvPr id="140" name="Google Shape;140;p6"/>
          <p:cNvSpPr txBox="1">
            <a:spLocks noGrp="1"/>
          </p:cNvSpPr>
          <p:nvPr>
            <p:ph type="sldNum" idx="12"/>
          </p:nvPr>
        </p:nvSpPr>
        <p:spPr>
          <a:xfrm>
            <a:off x="8737600" y="6356351"/>
            <a:ext cx="28449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1200"/>
              <a:buFont typeface="Calibri"/>
              <a:buNone/>
            </a:pPr>
            <a:fld id="{00000000-1234-1234-1234-123412341234}" type="slidenum">
              <a:rPr lang="en-IN"/>
              <a:t>6</a:t>
            </a:fld>
            <a:endParaRPr/>
          </a:p>
        </p:txBody>
      </p:sp>
      <p:pic>
        <p:nvPicPr>
          <p:cNvPr id="4" name="Picture 3" descr="Everything you need to know about online farmers markets">
            <a:extLst>
              <a:ext uri="{FF2B5EF4-FFF2-40B4-BE49-F238E27FC236}">
                <a16:creationId xmlns:a16="http://schemas.microsoft.com/office/drawing/2014/main" id="{88A1D4F5-02FA-84CF-471C-0FC0A5C47F59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526644" y="2183484"/>
            <a:ext cx="4047512" cy="2698341"/>
          </a:xfrm>
          <a:prstGeom prst="rect">
            <a:avLst/>
          </a:prstGeom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4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6" name="Google Shape;146;p7"/>
          <p:cNvSpPr txBox="1">
            <a:spLocks noGrp="1"/>
          </p:cNvSpPr>
          <p:nvPr>
            <p:ph type="title"/>
          </p:nvPr>
        </p:nvSpPr>
        <p:spPr>
          <a:xfrm>
            <a:off x="609600" y="274638"/>
            <a:ext cx="10972800" cy="1143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/>
          <a:p>
            <a:pPr marL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</a:pPr>
            <a:r>
              <a:rPr lang="en-IN">
                <a:latin typeface="Cambria"/>
                <a:ea typeface="Cambria"/>
                <a:cs typeface="Cambria"/>
                <a:sym typeface="Cambria"/>
              </a:rPr>
              <a:t>Objectives</a:t>
            </a:r>
            <a:endParaRPr>
              <a:latin typeface="Cambria"/>
              <a:ea typeface="Cambria"/>
              <a:cs typeface="Cambria"/>
              <a:sym typeface="Cambria"/>
            </a:endParaRPr>
          </a:p>
        </p:txBody>
      </p:sp>
      <p:sp>
        <p:nvSpPr>
          <p:cNvPr id="147" name="Google Shape;147;p7"/>
          <p:cNvSpPr txBox="1">
            <a:spLocks noGrp="1"/>
          </p:cNvSpPr>
          <p:nvPr>
            <p:ph type="body" idx="1"/>
          </p:nvPr>
        </p:nvSpPr>
        <p:spPr>
          <a:xfrm>
            <a:off x="609600" y="1600201"/>
            <a:ext cx="10972800" cy="4526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/>
          <a:p>
            <a:pPr lvl="0"/>
            <a:r>
              <a:rPr lang="en-IN" dirty="0"/>
              <a:t>Develop a direct marketplace for farmers and buyers </a:t>
            </a:r>
          </a:p>
          <a:p>
            <a:pPr lvl="0"/>
            <a:r>
              <a:rPr lang="en-IN" dirty="0"/>
              <a:t>Provide better market access and fair pricing for farmers </a:t>
            </a:r>
          </a:p>
          <a:p>
            <a:pPr lvl="0"/>
            <a:r>
              <a:rPr lang="en-IN" dirty="0"/>
              <a:t>Offer educational and advisory resources </a:t>
            </a:r>
          </a:p>
          <a:p>
            <a:pPr lvl="0"/>
            <a:r>
              <a:rPr lang="en-IN" dirty="0"/>
              <a:t>Enable transport and order tracking </a:t>
            </a:r>
          </a:p>
          <a:p>
            <a:pPr lvl="0"/>
            <a:r>
              <a:rPr lang="en-IN" dirty="0"/>
              <a:t>Provide free platform access for farmers </a:t>
            </a:r>
          </a:p>
          <a:p>
            <a:pPr lvl="0"/>
            <a:r>
              <a:rPr lang="en-IN" dirty="0"/>
              <a:t>Generate platform revenue from buyers/consumers and related services, not from farmers</a:t>
            </a:r>
          </a:p>
        </p:txBody>
      </p:sp>
      <p:sp>
        <p:nvSpPr>
          <p:cNvPr id="149" name="Google Shape;149;p7"/>
          <p:cNvSpPr txBox="1">
            <a:spLocks noGrp="1"/>
          </p:cNvSpPr>
          <p:nvPr>
            <p:ph type="sldNum" idx="12"/>
          </p:nvPr>
        </p:nvSpPr>
        <p:spPr>
          <a:xfrm>
            <a:off x="8737600" y="6356351"/>
            <a:ext cx="28449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1200"/>
              <a:buFont typeface="Calibri"/>
              <a:buNone/>
            </a:pPr>
            <a:fld id="{00000000-1234-1234-1234-123412341234}" type="slidenum">
              <a:rPr lang="en-IN"/>
              <a:t>7</a:t>
            </a:fld>
            <a:endParaRPr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5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8" name="Google Shape;158;p8"/>
          <p:cNvSpPr txBox="1">
            <a:spLocks noGrp="1"/>
          </p:cNvSpPr>
          <p:nvPr>
            <p:ph type="sldNum" idx="12"/>
          </p:nvPr>
        </p:nvSpPr>
        <p:spPr>
          <a:xfrm>
            <a:off x="8737600" y="6356351"/>
            <a:ext cx="28449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1200"/>
              <a:buFont typeface="Calibri"/>
              <a:buNone/>
            </a:pPr>
            <a:fld id="{00000000-1234-1234-1234-123412341234}" type="slidenum">
              <a:rPr lang="en-IN"/>
              <a:t>8</a:t>
            </a:fld>
            <a:endParaRPr/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703E7124-7112-2D5C-6987-7783A11839E0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075131" y="748421"/>
            <a:ext cx="8041738" cy="5361158"/>
          </a:xfrm>
          <a:prstGeom prst="rect">
            <a:avLst/>
          </a:prstGeom>
        </p:spPr>
      </p:pic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54">
          <a:extLst>
            <a:ext uri="{FF2B5EF4-FFF2-40B4-BE49-F238E27FC236}">
              <a16:creationId xmlns:a16="http://schemas.microsoft.com/office/drawing/2014/main" id="{6640BF24-DEA3-050B-840E-0EFE15197C7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8" name="Google Shape;158;p8">
            <a:extLst>
              <a:ext uri="{FF2B5EF4-FFF2-40B4-BE49-F238E27FC236}">
                <a16:creationId xmlns:a16="http://schemas.microsoft.com/office/drawing/2014/main" id="{36D82993-8D50-10EE-1869-6D8F739110ED}"/>
              </a:ext>
            </a:extLst>
          </p:cNvPr>
          <p:cNvSpPr txBox="1">
            <a:spLocks noGrp="1"/>
          </p:cNvSpPr>
          <p:nvPr>
            <p:ph type="sldNum" idx="12"/>
          </p:nvPr>
        </p:nvSpPr>
        <p:spPr>
          <a:xfrm>
            <a:off x="8737600" y="6356351"/>
            <a:ext cx="28449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1200"/>
              <a:buFont typeface="Calibri"/>
              <a:buNone/>
            </a:pPr>
            <a:fld id="{00000000-1234-1234-1234-123412341234}" type="slidenum">
              <a:rPr lang="en-IN"/>
              <a:t>9</a:t>
            </a:fld>
            <a:endParaRPr/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DF85F7EC-EE51-1BAD-C9B0-5AA9EC3F9DB0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/>
          <a:stretch/>
        </p:blipFill>
        <p:spPr>
          <a:xfrm>
            <a:off x="2075131" y="748421"/>
            <a:ext cx="8041737" cy="536115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73446943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54">
          <a:extLst>
            <a:ext uri="{FF2B5EF4-FFF2-40B4-BE49-F238E27FC236}">
              <a16:creationId xmlns:a16="http://schemas.microsoft.com/office/drawing/2014/main" id="{40ABA465-2868-392F-3488-91ADBF85DCF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8" name="Google Shape;158;p8">
            <a:extLst>
              <a:ext uri="{FF2B5EF4-FFF2-40B4-BE49-F238E27FC236}">
                <a16:creationId xmlns:a16="http://schemas.microsoft.com/office/drawing/2014/main" id="{E03EC3CF-581F-1229-F054-49A1D0A6CE85}"/>
              </a:ext>
            </a:extLst>
          </p:cNvPr>
          <p:cNvSpPr txBox="1">
            <a:spLocks noGrp="1"/>
          </p:cNvSpPr>
          <p:nvPr>
            <p:ph type="sldNum" idx="12"/>
          </p:nvPr>
        </p:nvSpPr>
        <p:spPr>
          <a:xfrm>
            <a:off x="8737600" y="6356351"/>
            <a:ext cx="28449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1200"/>
              <a:buFont typeface="Calibri"/>
              <a:buNone/>
            </a:pPr>
            <a:fld id="{00000000-1234-1234-1234-123412341234}" type="slidenum">
              <a:rPr lang="en-IN"/>
              <a:t>10</a:t>
            </a:fld>
            <a:endParaRPr/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579C321B-D335-00D4-8820-5DF865A6201A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/>
          <a:stretch/>
        </p:blipFill>
        <p:spPr>
          <a:xfrm>
            <a:off x="1884505" y="910412"/>
            <a:ext cx="8422989" cy="503717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028787532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6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4" name="Google Shape;164;p9"/>
          <p:cNvSpPr txBox="1">
            <a:spLocks noGrp="1"/>
          </p:cNvSpPr>
          <p:nvPr>
            <p:ph type="title"/>
          </p:nvPr>
        </p:nvSpPr>
        <p:spPr>
          <a:xfrm>
            <a:off x="609600" y="274638"/>
            <a:ext cx="10972800" cy="1143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/>
          <a:p>
            <a:pPr marL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</a:pPr>
            <a:r>
              <a:rPr lang="en-IN" dirty="0">
                <a:latin typeface="Cambria"/>
                <a:ea typeface="Cambria"/>
                <a:cs typeface="Cambria"/>
                <a:sym typeface="Cambria"/>
              </a:rPr>
              <a:t>Work carried out till date</a:t>
            </a:r>
            <a:endParaRPr dirty="0">
              <a:latin typeface="Cambria"/>
              <a:ea typeface="Cambria"/>
              <a:cs typeface="Cambria"/>
              <a:sym typeface="Cambria"/>
            </a:endParaRPr>
          </a:p>
        </p:txBody>
      </p:sp>
      <p:sp>
        <p:nvSpPr>
          <p:cNvPr id="167" name="Google Shape;167;p9"/>
          <p:cNvSpPr txBox="1">
            <a:spLocks noGrp="1"/>
          </p:cNvSpPr>
          <p:nvPr>
            <p:ph type="sldNum" idx="12"/>
          </p:nvPr>
        </p:nvSpPr>
        <p:spPr>
          <a:xfrm>
            <a:off x="8737600" y="6356351"/>
            <a:ext cx="28449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1200"/>
              <a:buFont typeface="Calibri"/>
              <a:buNone/>
            </a:pPr>
            <a:fld id="{00000000-1234-1234-1234-123412341234}" type="slidenum">
              <a:rPr lang="en-IN"/>
              <a:t>11</a:t>
            </a:fld>
            <a:endParaRPr/>
          </a:p>
        </p:txBody>
      </p:sp>
      <p:graphicFrame>
        <p:nvGraphicFramePr>
          <p:cNvPr id="9" name="Table 8">
            <a:extLst>
              <a:ext uri="{FF2B5EF4-FFF2-40B4-BE49-F238E27FC236}">
                <a16:creationId xmlns:a16="http://schemas.microsoft.com/office/drawing/2014/main" id="{95A1EC0F-1716-0E48-041F-E28BFD005FAF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4262172684"/>
              </p:ext>
            </p:extLst>
          </p:nvPr>
        </p:nvGraphicFramePr>
        <p:xfrm>
          <a:off x="1406012" y="1717241"/>
          <a:ext cx="9379975" cy="3423518"/>
        </p:xfrm>
        <a:graphic>
          <a:graphicData uri="http://schemas.openxmlformats.org/drawingml/2006/table">
            <a:tbl>
              <a:tblPr>
                <a:tableStyleId>{5940675A-B579-460E-94D1-54222C63F5DA}</a:tableStyleId>
              </a:tblPr>
              <a:tblGrid>
                <a:gridCol w="4601163">
                  <a:extLst>
                    <a:ext uri="{9D8B030D-6E8A-4147-A177-3AD203B41FA5}">
                      <a16:colId xmlns:a16="http://schemas.microsoft.com/office/drawing/2014/main" val="3864329541"/>
                    </a:ext>
                  </a:extLst>
                </a:gridCol>
                <a:gridCol w="4778812">
                  <a:extLst>
                    <a:ext uri="{9D8B030D-6E8A-4147-A177-3AD203B41FA5}">
                      <a16:colId xmlns:a16="http://schemas.microsoft.com/office/drawing/2014/main" val="3706841683"/>
                    </a:ext>
                  </a:extLst>
                </a:gridCol>
              </a:tblGrid>
              <a:tr h="489074"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IN" dirty="0"/>
                        <a:t>Area</a:t>
                      </a:r>
                    </a:p>
                  </a:txBody>
                  <a:tcPr anchor="ctr">
                    <a:solidFill>
                      <a:srgbClr val="00B05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IN" dirty="0"/>
                        <a:t>Work Carried Out</a:t>
                      </a:r>
                    </a:p>
                  </a:txBody>
                  <a:tcPr anchor="ctr">
                    <a:solidFill>
                      <a:srgbClr val="00B05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488275070"/>
                  </a:ext>
                </a:extLst>
              </a:tr>
              <a:tr h="489074"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IN" dirty="0"/>
                        <a:t>Conceptual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IN" dirty="0"/>
                        <a:t>Problem and solution identified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3464149463"/>
                  </a:ext>
                </a:extLst>
              </a:tr>
              <a:tr h="489074"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IN" dirty="0"/>
                        <a:t>Analytical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IN"/>
                        <a:t>Requirements and features analyzed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4272212229"/>
                  </a:ext>
                </a:extLst>
              </a:tr>
              <a:tr h="489074"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IN"/>
                        <a:t>Theoretical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IN" dirty="0"/>
                        <a:t>Existing platforms studied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3087057746"/>
                  </a:ext>
                </a:extLst>
              </a:tr>
              <a:tr h="489074"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IN"/>
                        <a:t>Computational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IN"/>
                        <a:t>UI and website modules developed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719635373"/>
                  </a:ext>
                </a:extLst>
              </a:tr>
              <a:tr h="489074"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IN"/>
                        <a:t>Methodological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IN"/>
                        <a:t>Farmer and buyer workflow planned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3147652282"/>
                  </a:ext>
                </a:extLst>
              </a:tr>
              <a:tr h="489074"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IN"/>
                        <a:t>Boundary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IN" dirty="0"/>
                        <a:t>Prototype-based implementation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01538373"/>
                  </a:ext>
                </a:extLst>
              </a:tr>
            </a:tbl>
          </a:graphicData>
        </a:graphic>
      </p:graphicFrame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7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3" name="Google Shape;173;p10"/>
          <p:cNvSpPr txBox="1">
            <a:spLocks noGrp="1"/>
          </p:cNvSpPr>
          <p:nvPr>
            <p:ph type="title"/>
          </p:nvPr>
        </p:nvSpPr>
        <p:spPr>
          <a:xfrm>
            <a:off x="609600" y="274638"/>
            <a:ext cx="10972800" cy="1143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 fontScale="90000"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990"/>
              <a:buFont typeface="Arial"/>
              <a:buNone/>
            </a:pPr>
            <a:endParaRPr dirty="0">
              <a:latin typeface="Cambria"/>
              <a:ea typeface="Cambria"/>
              <a:cs typeface="Cambria"/>
              <a:sym typeface="Cambria"/>
            </a:endParaRPr>
          </a:p>
          <a:p>
            <a:pPr marL="0" lvl="0" indent="0" algn="ctr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990"/>
              <a:buFont typeface="Arial"/>
              <a:buNone/>
            </a:pPr>
            <a:r>
              <a:rPr lang="en-IN" dirty="0">
                <a:latin typeface="Cambria"/>
                <a:ea typeface="Cambria"/>
                <a:cs typeface="Cambria"/>
                <a:sym typeface="Cambria"/>
              </a:rPr>
              <a:t>Timeline Chart</a:t>
            </a:r>
            <a:endParaRPr dirty="0">
              <a:latin typeface="Cambria"/>
              <a:ea typeface="Cambria"/>
              <a:cs typeface="Cambria"/>
              <a:sym typeface="Cambria"/>
            </a:endParaRPr>
          </a:p>
          <a:p>
            <a:pPr marL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ct val="100000"/>
              <a:buFont typeface="Calibri"/>
              <a:buNone/>
            </a:pPr>
            <a:endParaRPr dirty="0">
              <a:latin typeface="Cambria"/>
              <a:ea typeface="Cambria"/>
              <a:cs typeface="Cambria"/>
              <a:sym typeface="Cambria"/>
            </a:endParaRPr>
          </a:p>
        </p:txBody>
      </p:sp>
      <p:sp>
        <p:nvSpPr>
          <p:cNvPr id="176" name="Google Shape;176;p10"/>
          <p:cNvSpPr txBox="1">
            <a:spLocks noGrp="1"/>
          </p:cNvSpPr>
          <p:nvPr>
            <p:ph type="sldNum" idx="12"/>
          </p:nvPr>
        </p:nvSpPr>
        <p:spPr>
          <a:xfrm>
            <a:off x="8737600" y="6356351"/>
            <a:ext cx="28449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1200"/>
              <a:buFont typeface="Calibri"/>
              <a:buNone/>
            </a:pPr>
            <a:fld id="{00000000-1234-1234-1234-123412341234}" type="slidenum">
              <a:rPr lang="en-IN"/>
              <a:t>12</a:t>
            </a:fld>
            <a:endParaRPr/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D7665D73-AE60-7BE8-FDC0-873DB2B46355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 t="32402"/>
          <a:stretch>
            <a:fillRect/>
          </a:stretch>
        </p:blipFill>
        <p:spPr>
          <a:xfrm>
            <a:off x="1125793" y="1793700"/>
            <a:ext cx="9940413" cy="3654058"/>
          </a:xfrm>
          <a:prstGeom prst="rect">
            <a:avLst/>
          </a:prstGeom>
        </p:spPr>
      </p:pic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8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2" name="Google Shape;182;g3f99d8c5065_0_9"/>
          <p:cNvSpPr txBox="1">
            <a:spLocks noGrp="1"/>
          </p:cNvSpPr>
          <p:nvPr>
            <p:ph type="title"/>
          </p:nvPr>
        </p:nvSpPr>
        <p:spPr>
          <a:xfrm>
            <a:off x="609600" y="274638"/>
            <a:ext cx="10972800" cy="1143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/>
          <a:p>
            <a:pPr marL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</a:pPr>
            <a:r>
              <a:rPr lang="en-IN" dirty="0">
                <a:latin typeface="Cambria"/>
                <a:ea typeface="Cambria"/>
                <a:cs typeface="Cambria"/>
                <a:sym typeface="Cambria"/>
              </a:rPr>
              <a:t>References</a:t>
            </a:r>
            <a:endParaRPr dirty="0">
              <a:latin typeface="Cambria"/>
              <a:ea typeface="Cambria"/>
              <a:cs typeface="Cambria"/>
              <a:sym typeface="Cambria"/>
            </a:endParaRPr>
          </a:p>
        </p:txBody>
      </p:sp>
      <p:sp>
        <p:nvSpPr>
          <p:cNvPr id="183" name="Google Shape;183;g3f99d8c5065_0_9"/>
          <p:cNvSpPr txBox="1">
            <a:spLocks noGrp="1"/>
          </p:cNvSpPr>
          <p:nvPr>
            <p:ph type="body" idx="1"/>
          </p:nvPr>
        </p:nvSpPr>
        <p:spPr>
          <a:xfrm>
            <a:off x="609600" y="1600201"/>
            <a:ext cx="10972800" cy="4526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/>
          <a:p>
            <a:r>
              <a:rPr lang="en-IN" sz="2400" dirty="0"/>
              <a:t>[1] </a:t>
            </a:r>
            <a:r>
              <a:rPr lang="en-IN" sz="2400" dirty="0" err="1"/>
              <a:t>Miraitu</a:t>
            </a:r>
            <a:r>
              <a:rPr lang="en-IN" sz="2400" dirty="0"/>
              <a:t>, </a:t>
            </a:r>
            <a:r>
              <a:rPr lang="en-IN" sz="2400" i="1" dirty="0"/>
              <a:t>The Future of Smart Farming</a:t>
            </a:r>
            <a:r>
              <a:rPr lang="en-IN" sz="2400" dirty="0"/>
              <a:t>, Available: </a:t>
            </a:r>
            <a:r>
              <a:rPr lang="en-IN" sz="2400" dirty="0">
                <a:hlinkClick r:id="rId3"/>
              </a:rPr>
              <a:t>www.miraitu.in</a:t>
            </a:r>
            <a:endParaRPr lang="en-IN" sz="2400" dirty="0"/>
          </a:p>
          <a:p>
            <a:endParaRPr lang="en-IN" sz="2400" dirty="0"/>
          </a:p>
          <a:p>
            <a:r>
              <a:rPr lang="en-IN" sz="2400" dirty="0"/>
              <a:t>[2] Kisan Mandi, </a:t>
            </a:r>
            <a:r>
              <a:rPr lang="en-IN" sz="2400" i="1" dirty="0"/>
              <a:t>Connecting Fields to Families</a:t>
            </a:r>
            <a:r>
              <a:rPr lang="en-IN" sz="2400" dirty="0"/>
              <a:t>, Available: </a:t>
            </a:r>
            <a:r>
              <a:rPr lang="en-IN" sz="2400" dirty="0">
                <a:hlinkClick r:id="rId4"/>
              </a:rPr>
              <a:t>kisanmandi.in</a:t>
            </a:r>
            <a:endParaRPr lang="en-IN" sz="2400" dirty="0"/>
          </a:p>
          <a:p>
            <a:endParaRPr lang="en-IN" sz="2400" dirty="0"/>
          </a:p>
          <a:p>
            <a:r>
              <a:rPr lang="en-IN" sz="2400" dirty="0"/>
              <a:t>[3] National Agriculture Market (e-NAM), Government of India. Available: </a:t>
            </a:r>
            <a:r>
              <a:rPr lang="en-IN" sz="2400" dirty="0">
                <a:hlinkClick r:id="rId5"/>
              </a:rPr>
              <a:t>e-NAM Official Website</a:t>
            </a:r>
            <a:endParaRPr lang="en-IN" sz="2400" dirty="0"/>
          </a:p>
          <a:p>
            <a:endParaRPr lang="en-IN" sz="2400" dirty="0"/>
          </a:p>
          <a:p>
            <a:r>
              <a:rPr lang="en-IN" sz="2400" dirty="0"/>
              <a:t>[4] Department of Agriculture and Farmers Welfare, </a:t>
            </a:r>
            <a:r>
              <a:rPr lang="en-IN" sz="2400" i="1" dirty="0"/>
              <a:t>Farmers' Portal</a:t>
            </a:r>
            <a:r>
              <a:rPr lang="en-IN" sz="2400" dirty="0"/>
              <a:t>, Government of India. Available: </a:t>
            </a:r>
            <a:r>
              <a:rPr lang="en-IN" sz="2400" dirty="0">
                <a:hlinkClick r:id="rId6"/>
              </a:rPr>
              <a:t>Farmers' Portal</a:t>
            </a:r>
            <a:endParaRPr lang="en-IN" sz="2400" dirty="0"/>
          </a:p>
        </p:txBody>
      </p:sp>
      <p:sp>
        <p:nvSpPr>
          <p:cNvPr id="185" name="Google Shape;185;g3f99d8c5065_0_9"/>
          <p:cNvSpPr txBox="1">
            <a:spLocks noGrp="1"/>
          </p:cNvSpPr>
          <p:nvPr>
            <p:ph type="sldNum" idx="12"/>
          </p:nvPr>
        </p:nvSpPr>
        <p:spPr>
          <a:xfrm>
            <a:off x="8737600" y="6356351"/>
            <a:ext cx="28449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1200"/>
              <a:buFont typeface="Calibri"/>
              <a:buNone/>
            </a:pPr>
            <a:fld id="{00000000-1234-1234-1234-123412341234}" type="slidenum">
              <a:rPr lang="en-IN"/>
              <a:t>13</a:t>
            </a:fld>
            <a:endParaRPr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rgbClr val="000000"/>
      </a:dk1>
      <a:lt1>
        <a:srgbClr val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554</Words>
  <Application>Microsoft Office PowerPoint</Application>
  <PresentationFormat>Widescreen</PresentationFormat>
  <Paragraphs>114</Paragraphs>
  <Slides>13</Slides>
  <Notes>13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13</vt:i4>
      </vt:variant>
    </vt:vector>
  </HeadingPairs>
  <TitlesOfParts>
    <vt:vector size="14" baseType="lpstr">
      <vt:lpstr>Office Theme</vt:lpstr>
      <vt:lpstr>PowerPoint Presentation</vt:lpstr>
      <vt:lpstr>Index</vt:lpstr>
      <vt:lpstr>Introduction</vt:lpstr>
      <vt:lpstr>Background and Motivation</vt:lpstr>
      <vt:lpstr>Relevance and Importance</vt:lpstr>
      <vt:lpstr>Literature Survey</vt:lpstr>
      <vt:lpstr>Objectives</vt:lpstr>
      <vt:lpstr>PowerPoint Presentation</vt:lpstr>
      <vt:lpstr>PowerPoint Presentation</vt:lpstr>
      <vt:lpstr>PowerPoint Presentation</vt:lpstr>
      <vt:lpstr>Work carried out till date</vt:lpstr>
      <vt:lpstr> Timeline Chart </vt:lpstr>
      <vt:lpstr>References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Ankit Kushwaha</dc:creator>
  <cp:lastModifiedBy>ANKIT KUSHWAHA</cp:lastModifiedBy>
  <cp:revision>2</cp:revision>
  <dcterms:modified xsi:type="dcterms:W3CDTF">2026-09-29T03:06:31Z</dcterms:modified>
</cp:coreProperties>
</file>